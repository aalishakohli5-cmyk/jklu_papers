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67" r:id="rId2"/>
    <p:sldId id="268" r:id="rId3"/>
    <p:sldId id="256" r:id="rId4"/>
    <p:sldId id="257" r:id="rId5"/>
    <p:sldId id="258" r:id="rId6"/>
    <p:sldId id="259" r:id="rId7"/>
    <p:sldId id="260" r:id="rId8"/>
    <p:sldId id="261" r:id="rId9"/>
    <p:sldId id="262" r:id="rId10"/>
    <p:sldId id="263" r:id="rId11"/>
    <p:sldId id="264" r:id="rId12"/>
    <p:sldId id="265"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7"/>
    <p:restoredTop sz="94610"/>
  </p:normalViewPr>
  <p:slideViewPr>
    <p:cSldViewPr snapToGrid="0" snapToObjects="1">
      <p:cViewPr varScale="1">
        <p:scale>
          <a:sx n="161" d="100"/>
          <a:sy n="161" d="100"/>
        </p:scale>
        <p:origin x="26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1721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Adi Purana is the first part of the Mahapurana, the great Jain narrative of the 63 illustrious persons. It was begun by Acharya Jinasena in the ninth century and completed after his death by his disciple Gunabhadra.</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Adi Purana tells of Rishabhanatha's past lives, his rule, and how he taught society the six occupations. It also holds the story of Bharata and Bahubali. Pampa's Kannada Adipurana of 941 CE is a celebrated later retelling.</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story comes from the Adi Purana of Acharya Jinasena, the Jain account of the first Tirthankara Rishabhanatha and his family. It follows two brothers, Bharata and Bahubali, and asks what victory really means.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Rishabhanatha, also called Adinatha, is the first Tirthankara. He ruled Ayodhya, taught people farming, crafts and writing, and later renounced the throne.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Bharata received Ayodhya and Bahubali received Podanpur. Both were great, but in different ways.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chakra-ratna leads the emperor across the earth. It stops at the city gate because some of Bharata's brothers have not yet accepted his rule.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Confronted with the demand to submit, ninety-eight brothers renounced the world and became monks under their father. Bahubali refused to bow.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Ministers of both sides advised that thousands should not die for the quarrel of two brothers, so the two agreed to settle it by three contests. Bahubali won all three.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Bharata, humiliated, forgot his duty as an elder brother and threw the chakra. It circled Bahubali and returned, because the chakra cannot harm one of the same family. Bahubali then saw the folly of the struggle.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Bahubali handed the kingdom to his son and stood in kayotsarga meditation. Vines grew around him. A subtle pride, the thought that he stood on Bharata's land, kept him from omniscience until Bharata bowed to him.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lesson ties back to a moment in the story.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gigantic monolithic statue of Bahubali, also called Gommateshwara, stands at Shravanabelagola in Karnataka. It was consecrated in 981 CE. Every twelve years, devotees perform the Mahamastakabhisheka. According to tradition, the land of Bharata is named Bharatavarsha after the emperor.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A1E2B"/>
        </a:solidFill>
        <a:effectLst/>
      </p:bgPr>
    </p:bg>
    <p:spTree>
      <p:nvGrpSpPr>
        <p:cNvPr id="1" name=""/>
        <p:cNvGrpSpPr/>
        <p:nvPr/>
      </p:nvGrpSpPr>
      <p:grpSpPr>
        <a:xfrm>
          <a:off x="0" y="0"/>
          <a:ext cx="0" cy="0"/>
          <a:chOff x="0" y="0"/>
          <a:chExt cx="0" cy="0"/>
        </a:xfrm>
      </p:grpSpPr>
      <p:sp>
        <p:nvSpPr>
          <p:cNvPr id="3" name="Text 0"/>
          <p:cNvSpPr txBox="1"/>
          <p:nvPr/>
        </p:nvSpPr>
        <p:spPr>
          <a:xfrm>
            <a:off x="548640" y="502920"/>
            <a:ext cx="4572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400" normalizeH="0" baseline="0" noProof="0" dirty="0">
                <a:ln>
                  <a:noFill/>
                </a:ln>
                <a:solidFill>
                  <a:srgbClr val="E58E26"/>
                </a:solidFill>
                <a:effectLst/>
                <a:uLnTx/>
                <a:uFillTx/>
                <a:latin typeface="Calibri" pitchFamily="34" charset="0"/>
                <a:ea typeface="Calibri" pitchFamily="34" charset="-122"/>
                <a:cs typeface="Calibri" pitchFamily="34" charset="-120"/>
              </a:rPr>
              <a:t>JAIN LITERATURE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txBox="1"/>
          <p:nvPr/>
        </p:nvSpPr>
        <p:spPr>
          <a:xfrm>
            <a:off x="548640" y="868680"/>
            <a:ext cx="804672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The Ādi Purāṇa</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txBox="1"/>
          <p:nvPr/>
        </p:nvSpPr>
        <p:spPr>
          <a:xfrm>
            <a:off x="548640" y="1691640"/>
            <a:ext cx="7498080"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1" u="none" strike="noStrike" kern="1200" cap="none" spc="0" normalizeH="0" baseline="0" noProof="0" dirty="0">
                <a:ln>
                  <a:noFill/>
                </a:ln>
                <a:solidFill>
                  <a:srgbClr val="EBCFD5"/>
                </a:solidFill>
                <a:effectLst/>
                <a:uLnTx/>
                <a:uFillTx/>
                <a:latin typeface="Calibri" pitchFamily="34" charset="0"/>
                <a:ea typeface="Calibri" pitchFamily="34" charset="-122"/>
                <a:cs typeface="Calibri" pitchFamily="34" charset="-120"/>
              </a:rPr>
              <a:t>A Sanskrit epic of the first Tirthankara, Rishabhanatha, and the dawn of civilisation</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3"/>
          <p:cNvSpPr/>
          <p:nvPr/>
        </p:nvSpPr>
        <p:spPr>
          <a:xfrm>
            <a:off x="548640" y="2606040"/>
            <a:ext cx="2514600" cy="2011680"/>
          </a:xfrm>
          <a:prstGeom prst="rect">
            <a:avLst/>
          </a:prstGeom>
          <a:solidFill>
            <a:srgbClr val="6E2A39"/>
          </a:solidFill>
          <a:ln/>
          <a:effectLst>
            <a:outerShdw blurRad="101600" dist="25400" dir="54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p:cNvSpPr txBox="1"/>
          <p:nvPr/>
        </p:nvSpPr>
        <p:spPr>
          <a:xfrm>
            <a:off x="548640" y="2788920"/>
            <a:ext cx="2514600" cy="8229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2C14E"/>
                </a:solidFill>
                <a:effectLst/>
                <a:uLnTx/>
                <a:uFillTx/>
                <a:latin typeface="Cambria" pitchFamily="34" charset="0"/>
                <a:ea typeface="Cambria" pitchFamily="34" charset="-122"/>
                <a:cs typeface="Cambria" pitchFamily="34" charset="-120"/>
              </a:rPr>
              <a:t>9th</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txBox="1"/>
          <p:nvPr/>
        </p:nvSpPr>
        <p:spPr>
          <a:xfrm>
            <a:off x="777240" y="3657600"/>
            <a:ext cx="2057400" cy="82296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century CE, when Acharya Jinasena began the work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3291840" y="2606040"/>
            <a:ext cx="2514600" cy="2011680"/>
          </a:xfrm>
          <a:prstGeom prst="rect">
            <a:avLst/>
          </a:prstGeom>
          <a:solidFill>
            <a:srgbClr val="6E2A39"/>
          </a:solidFill>
          <a:ln/>
          <a:effectLst>
            <a:outerShdw blurRad="101600" dist="25400" dir="54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txBox="1"/>
          <p:nvPr/>
        </p:nvSpPr>
        <p:spPr>
          <a:xfrm>
            <a:off x="3291840" y="2788920"/>
            <a:ext cx="2514600" cy="8229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2C14E"/>
                </a:solidFill>
                <a:effectLst/>
                <a:uLnTx/>
                <a:uFillTx/>
                <a:latin typeface="Cambria" pitchFamily="34" charset="0"/>
                <a:ea typeface="Cambria" pitchFamily="34" charset="-122"/>
                <a:cs typeface="Cambria" pitchFamily="34" charset="-120"/>
              </a:rPr>
              <a:t>47</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txBox="1"/>
          <p:nvPr/>
        </p:nvSpPr>
        <p:spPr>
          <a:xfrm>
            <a:off x="3520440" y="3657600"/>
            <a:ext cx="2057400" cy="82296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chapters (parvas): 42 by Jinasena, 5 by Gunabhadra</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6035040" y="2606040"/>
            <a:ext cx="2514600" cy="2011680"/>
          </a:xfrm>
          <a:prstGeom prst="rect">
            <a:avLst/>
          </a:prstGeom>
          <a:solidFill>
            <a:srgbClr val="6E2A39"/>
          </a:solidFill>
          <a:ln/>
          <a:effectLst>
            <a:outerShdw blurRad="101600" dist="25400" dir="54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0"/>
          <p:cNvSpPr txBox="1"/>
          <p:nvPr/>
        </p:nvSpPr>
        <p:spPr>
          <a:xfrm>
            <a:off x="6035040" y="2788920"/>
            <a:ext cx="2514600" cy="8229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2C14E"/>
                </a:solidFill>
                <a:effectLst/>
                <a:uLnTx/>
                <a:uFillTx/>
                <a:latin typeface="Cambria" pitchFamily="34" charset="0"/>
                <a:ea typeface="Cambria" pitchFamily="34" charset="-122"/>
                <a:cs typeface="Cambria" pitchFamily="34" charset="-120"/>
              </a:rPr>
              <a:t>63</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txBox="1"/>
          <p:nvPr/>
        </p:nvSpPr>
        <p:spPr>
          <a:xfrm>
            <a:off x="6263640" y="3657600"/>
            <a:ext cx="2057400" cy="82296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great figures told in the full Mahāpurāṇa</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4F6"/>
        </a:solidFill>
        <a:effectLst/>
      </p:bgPr>
    </p:bg>
    <p:spTree>
      <p:nvGrpSpPr>
        <p:cNvPr id="1" name=""/>
        <p:cNvGrpSpPr/>
        <p:nvPr/>
      </p:nvGrpSpPr>
      <p:grpSpPr>
        <a:xfrm>
          <a:off x="0" y="0"/>
          <a:ext cx="0" cy="0"/>
          <a:chOff x="0" y="0"/>
          <a:chExt cx="0" cy="0"/>
        </a:xfrm>
      </p:grpSpPr>
      <p:sp>
        <p:nvSpPr>
          <p:cNvPr id="3" name="Text 0"/>
          <p:cNvSpPr txBox="1"/>
          <p:nvPr/>
        </p:nvSpPr>
        <p:spPr>
          <a:xfrm>
            <a:off x="548640" y="320040"/>
            <a:ext cx="749808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5A1E2B"/>
                </a:solidFill>
                <a:effectLst/>
                <a:uLnTx/>
                <a:uFillTx/>
                <a:latin typeface="Cambria" pitchFamily="34" charset="0"/>
                <a:ea typeface="Cambria" pitchFamily="34" charset="-122"/>
                <a:cs typeface="Cambria" pitchFamily="34" charset="-120"/>
              </a:rPr>
              <a:t>What the Ādi Purāṇa teaches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1"/>
          <p:cNvSpPr/>
          <p:nvPr/>
        </p:nvSpPr>
        <p:spPr>
          <a:xfrm>
            <a:off x="8183880" y="457200"/>
            <a:ext cx="411480" cy="411480"/>
          </a:xfrm>
          <a:prstGeom prst="ellipse">
            <a:avLst/>
          </a:prstGeom>
          <a:solidFill>
            <a:srgbClr val="E58E26"/>
          </a:solidFill>
          <a:ln w="12700">
            <a:solidFill>
              <a:srgbClr val="E58E2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2"/>
          <p:cNvSpPr txBox="1"/>
          <p:nvPr/>
        </p:nvSpPr>
        <p:spPr>
          <a:xfrm>
            <a:off x="8183880" y="457200"/>
            <a:ext cx="41148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3"/>
          <p:cNvSpPr/>
          <p:nvPr/>
        </p:nvSpPr>
        <p:spPr>
          <a:xfrm>
            <a:off x="548640" y="1280160"/>
            <a:ext cx="3794760" cy="1508760"/>
          </a:xfrm>
          <a:prstGeom prst="rect">
            <a:avLst/>
          </a:prstGeom>
          <a:solidFill>
            <a:srgbClr val="FFFFFF"/>
          </a:solidFill>
          <a:ln/>
          <a:effectLst>
            <a:outerShdw blurRad="101600" dist="25400" dir="54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4"/>
          <p:cNvSpPr/>
          <p:nvPr/>
        </p:nvSpPr>
        <p:spPr>
          <a:xfrm>
            <a:off x="777240" y="1691640"/>
            <a:ext cx="685800" cy="685800"/>
          </a:xfrm>
          <a:prstGeom prst="ellipse">
            <a:avLst/>
          </a:prstGeom>
          <a:solidFill>
            <a:srgbClr val="5A1E2B"/>
          </a:solidFill>
          <a:ln w="12700">
            <a:solidFill>
              <a:srgbClr val="5A1E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948690" y="1863090"/>
            <a:ext cx="342900" cy="342900"/>
          </a:xfrm>
          <a:prstGeom prst="rect">
            <a:avLst/>
          </a:prstGeom>
        </p:spPr>
      </p:pic>
      <p:sp>
        <p:nvSpPr>
          <p:cNvPr id="9" name="Text 5"/>
          <p:cNvSpPr txBox="1"/>
          <p:nvPr/>
        </p:nvSpPr>
        <p:spPr>
          <a:xfrm>
            <a:off x="1645920" y="1463040"/>
            <a:ext cx="256032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5A1E2B"/>
                </a:solidFill>
                <a:effectLst/>
                <a:uLnTx/>
                <a:uFillTx/>
                <a:latin typeface="Cambria" pitchFamily="34" charset="0"/>
                <a:ea typeface="Cambria" pitchFamily="34" charset="-122"/>
                <a:cs typeface="Cambria" pitchFamily="34" charset="-120"/>
              </a:rPr>
              <a:t>Life of Rishabhanatha</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6"/>
          <p:cNvSpPr txBox="1"/>
          <p:nvPr/>
        </p:nvSpPr>
        <p:spPr>
          <a:xfrm>
            <a:off x="1645920" y="1920240"/>
            <a:ext cx="2560320" cy="7772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B2226"/>
                </a:solidFill>
                <a:effectLst/>
                <a:uLnTx/>
                <a:uFillTx/>
                <a:latin typeface="Calibri" pitchFamily="34" charset="0"/>
                <a:ea typeface="Calibri" pitchFamily="34" charset="-122"/>
                <a:cs typeface="Calibri" pitchFamily="34" charset="-120"/>
              </a:rPr>
              <a:t>His past births, his rule at Ayodhya, renunciation and liberation.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7"/>
          <p:cNvSpPr/>
          <p:nvPr/>
        </p:nvSpPr>
        <p:spPr>
          <a:xfrm>
            <a:off x="4617720" y="1280160"/>
            <a:ext cx="3794760" cy="1508760"/>
          </a:xfrm>
          <a:prstGeom prst="rect">
            <a:avLst/>
          </a:prstGeom>
          <a:solidFill>
            <a:srgbClr val="FFFFFF"/>
          </a:solidFill>
          <a:ln/>
          <a:effectLst>
            <a:outerShdw blurRad="101600" dist="25400" dir="54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8"/>
          <p:cNvSpPr/>
          <p:nvPr/>
        </p:nvSpPr>
        <p:spPr>
          <a:xfrm>
            <a:off x="4846320" y="1691640"/>
            <a:ext cx="685800" cy="685800"/>
          </a:xfrm>
          <a:prstGeom prst="ellipse">
            <a:avLst/>
          </a:prstGeom>
          <a:solidFill>
            <a:srgbClr val="5A1E2B"/>
          </a:solidFill>
          <a:ln w="12700">
            <a:solidFill>
              <a:srgbClr val="5A1E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3" name="Image 1" descr="preencoded.png"/>
          <p:cNvPicPr>
            <a:picLocks noChangeAspect="1"/>
          </p:cNvPicPr>
          <p:nvPr/>
        </p:nvPicPr>
        <p:blipFill>
          <a:blip r:embed="rId4"/>
          <a:stretch>
            <a:fillRect/>
          </a:stretch>
        </p:blipFill>
        <p:spPr>
          <a:xfrm>
            <a:off x="5017770" y="1863090"/>
            <a:ext cx="342900" cy="342900"/>
          </a:xfrm>
          <a:prstGeom prst="rect">
            <a:avLst/>
          </a:prstGeom>
        </p:spPr>
      </p:pic>
      <p:sp>
        <p:nvSpPr>
          <p:cNvPr id="14" name="Text 9"/>
          <p:cNvSpPr txBox="1"/>
          <p:nvPr/>
        </p:nvSpPr>
        <p:spPr>
          <a:xfrm>
            <a:off x="5715000" y="1463040"/>
            <a:ext cx="256032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5A1E2B"/>
                </a:solidFill>
                <a:effectLst/>
                <a:uLnTx/>
                <a:uFillTx/>
                <a:latin typeface="Cambria" pitchFamily="34" charset="0"/>
                <a:ea typeface="Cambria" pitchFamily="34" charset="-122"/>
                <a:cs typeface="Cambria" pitchFamily="34" charset="-120"/>
              </a:rPr>
              <a:t>The birth of civilisation</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0"/>
          <p:cNvSpPr txBox="1"/>
          <p:nvPr/>
        </p:nvSpPr>
        <p:spPr>
          <a:xfrm>
            <a:off x="5715000" y="1920240"/>
            <a:ext cx="2560320" cy="7772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B2226"/>
                </a:solidFill>
                <a:effectLst/>
                <a:uLnTx/>
                <a:uFillTx/>
                <a:latin typeface="Calibri" pitchFamily="34" charset="0"/>
                <a:ea typeface="Calibri" pitchFamily="34" charset="-122"/>
                <a:cs typeface="Calibri" pitchFamily="34" charset="-120"/>
              </a:rPr>
              <a:t>He taught six occupations: warfare, writing, farming, learning, trade and craft.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1"/>
          <p:cNvSpPr/>
          <p:nvPr/>
        </p:nvSpPr>
        <p:spPr>
          <a:xfrm>
            <a:off x="548640" y="2971800"/>
            <a:ext cx="3794760" cy="1508760"/>
          </a:xfrm>
          <a:prstGeom prst="rect">
            <a:avLst/>
          </a:prstGeom>
          <a:solidFill>
            <a:srgbClr val="FFFFFF"/>
          </a:solidFill>
          <a:ln/>
          <a:effectLst>
            <a:outerShdw blurRad="101600" dist="25400" dir="54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2"/>
          <p:cNvSpPr/>
          <p:nvPr/>
        </p:nvSpPr>
        <p:spPr>
          <a:xfrm>
            <a:off x="777240" y="3383280"/>
            <a:ext cx="685800" cy="685800"/>
          </a:xfrm>
          <a:prstGeom prst="ellipse">
            <a:avLst/>
          </a:prstGeom>
          <a:solidFill>
            <a:srgbClr val="5A1E2B"/>
          </a:solidFill>
          <a:ln w="12700">
            <a:solidFill>
              <a:srgbClr val="5A1E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tretch>
            <a:fillRect/>
          </a:stretch>
        </p:blipFill>
        <p:spPr>
          <a:xfrm>
            <a:off x="948690" y="3554730"/>
            <a:ext cx="342900" cy="342900"/>
          </a:xfrm>
          <a:prstGeom prst="rect">
            <a:avLst/>
          </a:prstGeom>
        </p:spPr>
      </p:pic>
      <p:sp>
        <p:nvSpPr>
          <p:cNvPr id="19" name="Text 13"/>
          <p:cNvSpPr txBox="1"/>
          <p:nvPr/>
        </p:nvSpPr>
        <p:spPr>
          <a:xfrm>
            <a:off x="1645920" y="3154680"/>
            <a:ext cx="256032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5A1E2B"/>
                </a:solidFill>
                <a:effectLst/>
                <a:uLnTx/>
                <a:uFillTx/>
                <a:latin typeface="Cambria" pitchFamily="34" charset="0"/>
                <a:ea typeface="Cambria" pitchFamily="34" charset="-122"/>
                <a:cs typeface="Cambria" pitchFamily="34" charset="-120"/>
              </a:rPr>
              <a:t>Bharata and Bahubali</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4"/>
          <p:cNvSpPr txBox="1"/>
          <p:nvPr/>
        </p:nvSpPr>
        <p:spPr>
          <a:xfrm>
            <a:off x="1645920" y="3611880"/>
            <a:ext cx="2560320" cy="7772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B2226"/>
                </a:solidFill>
                <a:effectLst/>
                <a:uLnTx/>
                <a:uFillTx/>
                <a:latin typeface="Calibri" pitchFamily="34" charset="0"/>
                <a:ea typeface="Calibri" pitchFamily="34" charset="-122"/>
                <a:cs typeface="Calibri" pitchFamily="34" charset="-120"/>
              </a:rPr>
              <a:t>The tale of two brothers that shows ego, humility and renunciation.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5"/>
          <p:cNvSpPr/>
          <p:nvPr/>
        </p:nvSpPr>
        <p:spPr>
          <a:xfrm>
            <a:off x="4617720" y="2971800"/>
            <a:ext cx="3794760" cy="1508760"/>
          </a:xfrm>
          <a:prstGeom prst="rect">
            <a:avLst/>
          </a:prstGeom>
          <a:solidFill>
            <a:srgbClr val="FFFFFF"/>
          </a:solidFill>
          <a:ln/>
          <a:effectLst>
            <a:outerShdw blurRad="101600" dist="25400" dir="54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6"/>
          <p:cNvSpPr/>
          <p:nvPr/>
        </p:nvSpPr>
        <p:spPr>
          <a:xfrm>
            <a:off x="4846320" y="3383280"/>
            <a:ext cx="685800" cy="685800"/>
          </a:xfrm>
          <a:prstGeom prst="ellipse">
            <a:avLst/>
          </a:prstGeom>
          <a:solidFill>
            <a:srgbClr val="5A1E2B"/>
          </a:solidFill>
          <a:ln w="12700">
            <a:solidFill>
              <a:srgbClr val="5A1E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3" descr="preencoded.png"/>
          <p:cNvPicPr>
            <a:picLocks noChangeAspect="1"/>
          </p:cNvPicPr>
          <p:nvPr/>
        </p:nvPicPr>
        <p:blipFill>
          <a:blip r:embed="rId6"/>
          <a:stretch>
            <a:fillRect/>
          </a:stretch>
        </p:blipFill>
        <p:spPr>
          <a:xfrm>
            <a:off x="5017770" y="3554730"/>
            <a:ext cx="342900" cy="342900"/>
          </a:xfrm>
          <a:prstGeom prst="rect">
            <a:avLst/>
          </a:prstGeom>
        </p:spPr>
      </p:pic>
      <p:sp>
        <p:nvSpPr>
          <p:cNvPr id="24" name="Text 17"/>
          <p:cNvSpPr txBox="1"/>
          <p:nvPr/>
        </p:nvSpPr>
        <p:spPr>
          <a:xfrm>
            <a:off x="5715000" y="3154680"/>
            <a:ext cx="256032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5A1E2B"/>
                </a:solidFill>
                <a:effectLst/>
                <a:uLnTx/>
                <a:uFillTx/>
                <a:latin typeface="Cambria" pitchFamily="34" charset="0"/>
                <a:ea typeface="Cambria" pitchFamily="34" charset="-122"/>
                <a:cs typeface="Cambria" pitchFamily="34" charset="-120"/>
              </a:rPr>
              <a:t>A lasting literary legacy</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18"/>
          <p:cNvSpPr txBox="1"/>
          <p:nvPr/>
        </p:nvSpPr>
        <p:spPr>
          <a:xfrm>
            <a:off x="5715000" y="3611880"/>
            <a:ext cx="2560320" cy="7772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B2226"/>
                </a:solidFill>
                <a:effectLst/>
                <a:uLnTx/>
                <a:uFillTx/>
                <a:latin typeface="Calibri" pitchFamily="34" charset="0"/>
                <a:ea typeface="Calibri" pitchFamily="34" charset="-122"/>
                <a:cs typeface="Calibri" pitchFamily="34" charset="-120"/>
              </a:rPr>
              <a:t>Retold in Kannada by Pampa in 941 CE and studied across Jain tradition.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rgbClr val="5A1E2B"/>
        </a:solidFill>
        <a:effectLst/>
      </p:bgPr>
    </p:bg>
    <p:spTree>
      <p:nvGrpSpPr>
        <p:cNvPr id="1" name=""/>
        <p:cNvGrpSpPr/>
        <p:nvPr/>
      </p:nvGrpSpPr>
      <p:grpSpPr>
        <a:xfrm>
          <a:off x="0" y="0"/>
          <a:ext cx="0" cy="0"/>
          <a:chOff x="0" y="0"/>
          <a:chExt cx="0" cy="0"/>
        </a:xfrm>
      </p:grpSpPr>
      <p:sp>
        <p:nvSpPr>
          <p:cNvPr id="3" name="Text 0"/>
          <p:cNvSpPr txBox="1"/>
          <p:nvPr/>
        </p:nvSpPr>
        <p:spPr>
          <a:xfrm>
            <a:off x="548640" y="1005840"/>
            <a:ext cx="4206240" cy="365760"/>
          </a:xfrm>
          <a:prstGeom prst="rect">
            <a:avLst/>
          </a:prstGeom>
          <a:noFill/>
          <a:ln/>
        </p:spPr>
        <p:txBody>
          <a:bodyPr wrap="square" lIns="0" tIns="0" rIns="0" bIns="0" rtlCol="0" anchor="ctr"/>
          <a:lstStyle/>
          <a:p>
            <a:pPr marL="0" indent="0">
              <a:buNone/>
            </a:pPr>
            <a:r>
              <a:rPr lang="en-US" sz="1400" b="1" kern="0" spc="400" dirty="0">
                <a:solidFill>
                  <a:srgbClr val="E58E26"/>
                </a:solidFill>
                <a:latin typeface="Calibri" pitchFamily="34" charset="0"/>
                <a:ea typeface="Calibri" pitchFamily="34" charset="-122"/>
                <a:cs typeface="Calibri" pitchFamily="34" charset="-120"/>
              </a:rPr>
              <a:t>ĀDI PURĀṆA</a:t>
            </a:r>
            <a:endParaRPr lang="en-US" sz="1400" dirty="0"/>
          </a:p>
        </p:txBody>
      </p:sp>
      <p:sp>
        <p:nvSpPr>
          <p:cNvPr id="4" name="Text 1"/>
          <p:cNvSpPr txBox="1"/>
          <p:nvPr/>
        </p:nvSpPr>
        <p:spPr>
          <a:xfrm>
            <a:off x="548640" y="1463040"/>
            <a:ext cx="4206240" cy="1554480"/>
          </a:xfrm>
          <a:prstGeom prst="rect">
            <a:avLst/>
          </a:prstGeom>
          <a:noFill/>
          <a:ln/>
        </p:spPr>
        <p:txBody>
          <a:bodyPr wrap="square" lIns="0" tIns="0" rIns="0" bIns="0" rtlCol="0" anchor="t"/>
          <a:lstStyle/>
          <a:p>
            <a:pPr marL="0" indent="0">
              <a:buNone/>
            </a:pPr>
            <a:r>
              <a:rPr lang="en-US" sz="4200" b="1" dirty="0">
                <a:solidFill>
                  <a:srgbClr val="FFFFFF"/>
                </a:solidFill>
                <a:latin typeface="Cambria" pitchFamily="34" charset="0"/>
                <a:ea typeface="Cambria" pitchFamily="34" charset="-122"/>
                <a:cs typeface="Cambria" pitchFamily="34" charset="-120"/>
              </a:rPr>
              <a:t>Bharata</a:t>
            </a:r>
            <a:endParaRPr lang="en-US" sz="4200" dirty="0"/>
          </a:p>
          <a:p>
            <a:pPr marL="0" indent="0">
              <a:buNone/>
            </a:pPr>
            <a:r>
              <a:rPr lang="en-US" sz="4200" b="1" dirty="0">
                <a:solidFill>
                  <a:srgbClr val="FFFFFF"/>
                </a:solidFill>
                <a:latin typeface="Cambria" pitchFamily="34" charset="0"/>
                <a:ea typeface="Cambria" pitchFamily="34" charset="-122"/>
                <a:cs typeface="Cambria" pitchFamily="34" charset="-120"/>
              </a:rPr>
              <a:t>&amp; Bahubali</a:t>
            </a:r>
            <a:endParaRPr lang="en-US" sz="4200" dirty="0"/>
          </a:p>
        </p:txBody>
      </p:sp>
      <p:sp>
        <p:nvSpPr>
          <p:cNvPr id="5" name="Text 2"/>
          <p:cNvSpPr txBox="1"/>
          <p:nvPr/>
        </p:nvSpPr>
        <p:spPr>
          <a:xfrm>
            <a:off x="548640" y="3200400"/>
            <a:ext cx="3931920" cy="822960"/>
          </a:xfrm>
          <a:prstGeom prst="rect">
            <a:avLst/>
          </a:prstGeom>
          <a:noFill/>
          <a:ln/>
        </p:spPr>
        <p:txBody>
          <a:bodyPr wrap="square" lIns="0" tIns="0" rIns="0" bIns="0" rtlCol="0" anchor="t"/>
          <a:lstStyle/>
          <a:p>
            <a:pPr marL="0" indent="0">
              <a:buNone/>
            </a:pPr>
            <a:r>
              <a:rPr lang="en-US" sz="1700" i="1" dirty="0">
                <a:solidFill>
                  <a:srgbClr val="EBCFD5"/>
                </a:solidFill>
                <a:latin typeface="Calibri" pitchFamily="34" charset="0"/>
                <a:ea typeface="Calibri" pitchFamily="34" charset="-122"/>
                <a:cs typeface="Calibri" pitchFamily="34" charset="-120"/>
              </a:rPr>
              <a:t>Two brothers, one kingdom, and a lesson on ego, victory and letting go</a:t>
            </a:r>
            <a:endParaRPr lang="en-US" sz="1700" dirty="0"/>
          </a:p>
        </p:txBody>
      </p:sp>
      <p:sp>
        <p:nvSpPr>
          <p:cNvPr id="6" name="Shape 3"/>
          <p:cNvSpPr/>
          <p:nvPr/>
        </p:nvSpPr>
        <p:spPr>
          <a:xfrm>
            <a:off x="4562856" y="905256"/>
            <a:ext cx="3950208" cy="3310128"/>
          </a:xfrm>
          <a:prstGeom prst="roundRect">
            <a:avLst>
              <a:gd name="adj" fmla="val 3315"/>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4617720" y="960120"/>
            <a:ext cx="3840480" cy="3200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7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498080" cy="731520"/>
          </a:xfrm>
          <a:prstGeom prst="rect">
            <a:avLst/>
          </a:prstGeom>
          <a:noFill/>
          <a:ln/>
        </p:spPr>
        <p:txBody>
          <a:bodyPr wrap="square" lIns="0" tIns="0" rIns="0" bIns="0" rtlCol="0" anchor="ctr"/>
          <a:lstStyle/>
          <a:p>
            <a:pPr marL="0" indent="0">
              <a:buNone/>
            </a:pPr>
            <a:r>
              <a:rPr lang="en-US" sz="3000" b="1" dirty="0">
                <a:solidFill>
                  <a:srgbClr val="5A1E2B"/>
                </a:solidFill>
                <a:latin typeface="Cambria" pitchFamily="34" charset="0"/>
                <a:ea typeface="Cambria" pitchFamily="34" charset="-122"/>
                <a:cs typeface="Cambria" pitchFamily="34" charset="-120"/>
              </a:rPr>
              <a:t>Ayodhya and the family of Rishabhanatha</a:t>
            </a:r>
            <a:endParaRPr lang="en-US" sz="3000" dirty="0"/>
          </a:p>
        </p:txBody>
      </p:sp>
      <p:sp>
        <p:nvSpPr>
          <p:cNvPr id="3" name="Shape 1"/>
          <p:cNvSpPr/>
          <p:nvPr/>
        </p:nvSpPr>
        <p:spPr>
          <a:xfrm>
            <a:off x="8183880" y="457200"/>
            <a:ext cx="411480" cy="411480"/>
          </a:xfrm>
          <a:prstGeom prst="ellipse">
            <a:avLst/>
          </a:prstGeom>
          <a:solidFill>
            <a:srgbClr val="E58E26"/>
          </a:solidFill>
          <a:ln w="12700">
            <a:solidFill>
              <a:srgbClr val="E58E26"/>
            </a:solidFill>
            <a:prstDash val="solid"/>
          </a:ln>
        </p:spPr>
        <p:txBody>
          <a:bodyPr/>
          <a:lstStyle/>
          <a:p>
            <a:endParaRPr lang="en-US"/>
          </a:p>
        </p:txBody>
      </p:sp>
      <p:sp>
        <p:nvSpPr>
          <p:cNvPr id="4" name="Text 2"/>
          <p:cNvSpPr txBox="1"/>
          <p:nvPr/>
        </p:nvSpPr>
        <p:spPr>
          <a:xfrm>
            <a:off x="8183880" y="45720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6" name="Text 3"/>
          <p:cNvSpPr txBox="1"/>
          <p:nvPr/>
        </p:nvSpPr>
        <p:spPr>
          <a:xfrm>
            <a:off x="548640" y="1371600"/>
            <a:ext cx="3931920" cy="31089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2B2226"/>
                </a:solidFill>
                <a:latin typeface="Calibri" pitchFamily="34" charset="0"/>
                <a:ea typeface="Calibri" pitchFamily="34" charset="-122"/>
                <a:cs typeface="Calibri" pitchFamily="34" charset="-120"/>
              </a:rPr>
              <a:t>King Rishabhanatha ruled Ayodhya and taught his people farming, crafts and letters.</a:t>
            </a:r>
            <a:endParaRPr lang="en-US" sz="1500" dirty="0"/>
          </a:p>
          <a:p>
            <a:pPr marL="342900" indent="-342900">
              <a:spcAft>
                <a:spcPts val="900"/>
              </a:spcAft>
              <a:buSzPct val="100000"/>
              <a:buChar char="•"/>
            </a:pPr>
            <a:r>
              <a:rPr lang="en-US" sz="1500" dirty="0">
                <a:solidFill>
                  <a:srgbClr val="2B2226"/>
                </a:solidFill>
                <a:latin typeface="Calibri" pitchFamily="34" charset="0"/>
                <a:ea typeface="Calibri" pitchFamily="34" charset="-122"/>
                <a:cs typeface="Calibri" pitchFamily="34" charset="-120"/>
              </a:rPr>
              <a:t>He had one hundred sons. Bharata, the eldest, was born to Queen Yashasvati.</a:t>
            </a:r>
            <a:endParaRPr lang="en-US" sz="1500" dirty="0"/>
          </a:p>
          <a:p>
            <a:pPr marL="342900" indent="-342900">
              <a:spcAft>
                <a:spcPts val="900"/>
              </a:spcAft>
              <a:buSzPct val="100000"/>
              <a:buChar char="•"/>
            </a:pPr>
            <a:r>
              <a:rPr lang="en-US" sz="1500" dirty="0">
                <a:solidFill>
                  <a:srgbClr val="2B2226"/>
                </a:solidFill>
                <a:latin typeface="Calibri" pitchFamily="34" charset="0"/>
                <a:ea typeface="Calibri" pitchFamily="34" charset="-122"/>
                <a:cs typeface="Calibri" pitchFamily="34" charset="-120"/>
              </a:rPr>
              <a:t>Bahubali, born to Queen Sunanda, was famed for strength and beauty.</a:t>
            </a:r>
            <a:endParaRPr lang="en-US" sz="1500" dirty="0"/>
          </a:p>
          <a:p>
            <a:pPr marL="342900" indent="-342900">
              <a:spcAft>
                <a:spcPts val="900"/>
              </a:spcAft>
              <a:buSzPct val="100000"/>
              <a:buChar char="•"/>
            </a:pPr>
            <a:r>
              <a:rPr lang="en-US" sz="1500" dirty="0">
                <a:solidFill>
                  <a:srgbClr val="2B2226"/>
                </a:solidFill>
                <a:latin typeface="Calibri" pitchFamily="34" charset="0"/>
                <a:ea typeface="Calibri" pitchFamily="34" charset="-122"/>
                <a:cs typeface="Calibri" pitchFamily="34" charset="-120"/>
              </a:rPr>
              <a:t>When Rishabha renounced the world, he divided the kingdom among his sons.</a:t>
            </a:r>
            <a:endParaRPr lang="en-US" sz="1500" dirty="0"/>
          </a:p>
        </p:txBody>
      </p:sp>
      <p:sp>
        <p:nvSpPr>
          <p:cNvPr id="7" name="Shape 4"/>
          <p:cNvSpPr/>
          <p:nvPr/>
        </p:nvSpPr>
        <p:spPr>
          <a:xfrm>
            <a:off x="4562856" y="1225296"/>
            <a:ext cx="3950208" cy="3310128"/>
          </a:xfrm>
          <a:prstGeom prst="roundRect">
            <a:avLst>
              <a:gd name="adj" fmla="val 3315"/>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4617720" y="1280160"/>
            <a:ext cx="3840480" cy="3200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7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498080" cy="731520"/>
          </a:xfrm>
          <a:prstGeom prst="rect">
            <a:avLst/>
          </a:prstGeom>
          <a:noFill/>
          <a:ln/>
        </p:spPr>
        <p:txBody>
          <a:bodyPr wrap="square" lIns="0" tIns="0" rIns="0" bIns="0" rtlCol="0" anchor="ctr"/>
          <a:lstStyle/>
          <a:p>
            <a:pPr marL="0" indent="0">
              <a:buNone/>
            </a:pPr>
            <a:r>
              <a:rPr lang="en-US" sz="3000" b="1" dirty="0">
                <a:solidFill>
                  <a:srgbClr val="5A1E2B"/>
                </a:solidFill>
                <a:latin typeface="Cambria" pitchFamily="34" charset="0"/>
                <a:ea typeface="Cambria" pitchFamily="34" charset="-122"/>
                <a:cs typeface="Cambria" pitchFamily="34" charset="-120"/>
              </a:rPr>
              <a:t>Two brothers, two temperaments</a:t>
            </a:r>
            <a:endParaRPr lang="en-US" sz="3000" dirty="0"/>
          </a:p>
        </p:txBody>
      </p:sp>
      <p:sp>
        <p:nvSpPr>
          <p:cNvPr id="3" name="Shape 1"/>
          <p:cNvSpPr/>
          <p:nvPr/>
        </p:nvSpPr>
        <p:spPr>
          <a:xfrm>
            <a:off x="8183880" y="457200"/>
            <a:ext cx="411480" cy="411480"/>
          </a:xfrm>
          <a:prstGeom prst="ellipse">
            <a:avLst/>
          </a:prstGeom>
          <a:solidFill>
            <a:srgbClr val="E58E26"/>
          </a:solidFill>
          <a:ln w="12700">
            <a:solidFill>
              <a:srgbClr val="E58E26"/>
            </a:solidFill>
            <a:prstDash val="solid"/>
          </a:ln>
        </p:spPr>
        <p:txBody>
          <a:bodyPr/>
          <a:lstStyle/>
          <a:p>
            <a:endParaRPr lang="en-US"/>
          </a:p>
        </p:txBody>
      </p:sp>
      <p:sp>
        <p:nvSpPr>
          <p:cNvPr id="4" name="Text 2"/>
          <p:cNvSpPr txBox="1"/>
          <p:nvPr/>
        </p:nvSpPr>
        <p:spPr>
          <a:xfrm>
            <a:off x="8183880" y="45720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 name="Shape 3"/>
          <p:cNvSpPr/>
          <p:nvPr/>
        </p:nvSpPr>
        <p:spPr>
          <a:xfrm>
            <a:off x="548640" y="1280160"/>
            <a:ext cx="3794760" cy="3291840"/>
          </a:xfrm>
          <a:prstGeom prst="rect">
            <a:avLst/>
          </a:prstGeom>
          <a:solidFill>
            <a:srgbClr val="FFFFFF"/>
          </a:solidFill>
          <a:ln/>
          <a:effectLst>
            <a:outerShdw blurRad="101600" dist="25400" dir="5400000" algn="bl" rotWithShape="0">
              <a:srgbClr val="000000">
                <a:alpha val="12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777240" y="1508760"/>
            <a:ext cx="1371600" cy="1143000"/>
          </a:xfrm>
          <a:prstGeom prst="rect">
            <a:avLst/>
          </a:prstGeom>
        </p:spPr>
      </p:pic>
      <p:sp>
        <p:nvSpPr>
          <p:cNvPr id="8" name="Text 4"/>
          <p:cNvSpPr txBox="1"/>
          <p:nvPr/>
        </p:nvSpPr>
        <p:spPr>
          <a:xfrm>
            <a:off x="2331720" y="1600200"/>
            <a:ext cx="1828800" cy="457200"/>
          </a:xfrm>
          <a:prstGeom prst="rect">
            <a:avLst/>
          </a:prstGeom>
          <a:noFill/>
          <a:ln/>
        </p:spPr>
        <p:txBody>
          <a:bodyPr wrap="square" lIns="0" tIns="0" rIns="0" bIns="0" rtlCol="0" anchor="ctr"/>
          <a:lstStyle/>
          <a:p>
            <a:pPr marL="0" indent="0">
              <a:buNone/>
            </a:pPr>
            <a:r>
              <a:rPr lang="en-US" sz="2400" b="1" dirty="0">
                <a:solidFill>
                  <a:srgbClr val="5A1E2B"/>
                </a:solidFill>
                <a:latin typeface="Cambria" pitchFamily="34" charset="0"/>
                <a:ea typeface="Cambria" pitchFamily="34" charset="-122"/>
                <a:cs typeface="Cambria" pitchFamily="34" charset="-120"/>
              </a:rPr>
              <a:t>Bharata</a:t>
            </a:r>
            <a:endParaRPr lang="en-US" sz="2400" dirty="0"/>
          </a:p>
        </p:txBody>
      </p:sp>
      <p:sp>
        <p:nvSpPr>
          <p:cNvPr id="9" name="Text 5"/>
          <p:cNvSpPr txBox="1"/>
          <p:nvPr/>
        </p:nvSpPr>
        <p:spPr>
          <a:xfrm>
            <a:off x="2331720" y="2103120"/>
            <a:ext cx="1828800" cy="548640"/>
          </a:xfrm>
          <a:prstGeom prst="rect">
            <a:avLst/>
          </a:prstGeom>
          <a:noFill/>
          <a:ln/>
        </p:spPr>
        <p:txBody>
          <a:bodyPr wrap="square" lIns="0" tIns="0" rIns="0" bIns="0" rtlCol="0" anchor="t"/>
          <a:lstStyle/>
          <a:p>
            <a:pPr marL="0" indent="0">
              <a:buNone/>
            </a:pPr>
            <a:r>
              <a:rPr lang="en-US" sz="1300" dirty="0">
                <a:solidFill>
                  <a:srgbClr val="6B5B62"/>
                </a:solidFill>
                <a:latin typeface="Calibri" pitchFamily="34" charset="0"/>
                <a:ea typeface="Calibri" pitchFamily="34" charset="-122"/>
                <a:cs typeface="Calibri" pitchFamily="34" charset="-120"/>
              </a:rPr>
              <a:t>Ayodhya · first chakravartin</a:t>
            </a:r>
            <a:endParaRPr lang="en-US" sz="1300" dirty="0"/>
          </a:p>
        </p:txBody>
      </p:sp>
      <p:sp>
        <p:nvSpPr>
          <p:cNvPr id="10" name="Text 6"/>
          <p:cNvSpPr txBox="1"/>
          <p:nvPr/>
        </p:nvSpPr>
        <p:spPr>
          <a:xfrm>
            <a:off x="822960" y="2880360"/>
            <a:ext cx="329184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B2226"/>
                </a:solidFill>
                <a:latin typeface="Calibri" pitchFamily="34" charset="0"/>
                <a:ea typeface="Calibri" pitchFamily="34" charset="-122"/>
                <a:cs typeface="Calibri" pitchFamily="34" charset="-120"/>
              </a:rPr>
              <a:t>The eldest, and destined to be an emperor.</a:t>
            </a:r>
            <a:endParaRPr lang="en-US" sz="1400" dirty="0"/>
          </a:p>
          <a:p>
            <a:pPr marL="342900" indent="-342900">
              <a:spcAft>
                <a:spcPts val="600"/>
              </a:spcAft>
              <a:buSzPct val="100000"/>
              <a:buChar char="•"/>
            </a:pPr>
            <a:r>
              <a:rPr lang="en-US" sz="1400" dirty="0">
                <a:solidFill>
                  <a:srgbClr val="2B2226"/>
                </a:solidFill>
                <a:latin typeface="Calibri" pitchFamily="34" charset="0"/>
                <a:ea typeface="Calibri" pitchFamily="34" charset="-122"/>
                <a:cs typeface="Calibri" pitchFamily="34" charset="-120"/>
              </a:rPr>
              <a:t>The divine chakra wheel appeared in his armoury.</a:t>
            </a:r>
            <a:endParaRPr lang="en-US" sz="1400" dirty="0"/>
          </a:p>
          <a:p>
            <a:pPr marL="342900" indent="-342900">
              <a:spcAft>
                <a:spcPts val="600"/>
              </a:spcAft>
              <a:buSzPct val="100000"/>
              <a:buChar char="•"/>
            </a:pPr>
            <a:r>
              <a:rPr lang="en-US" sz="1400" dirty="0">
                <a:solidFill>
                  <a:srgbClr val="2B2226"/>
                </a:solidFill>
                <a:latin typeface="Calibri" pitchFamily="34" charset="0"/>
                <a:ea typeface="Calibri" pitchFamily="34" charset="-122"/>
                <a:cs typeface="Calibri" pitchFamily="34" charset="-120"/>
              </a:rPr>
              <a:t>His ambition: rule the whole earth.</a:t>
            </a:r>
            <a:endParaRPr lang="en-US" sz="1400" dirty="0"/>
          </a:p>
        </p:txBody>
      </p:sp>
      <p:sp>
        <p:nvSpPr>
          <p:cNvPr id="11" name="Shape 7"/>
          <p:cNvSpPr/>
          <p:nvPr/>
        </p:nvSpPr>
        <p:spPr>
          <a:xfrm>
            <a:off x="4617720" y="1280160"/>
            <a:ext cx="3794760" cy="3291840"/>
          </a:xfrm>
          <a:prstGeom prst="rect">
            <a:avLst/>
          </a:prstGeom>
          <a:solidFill>
            <a:srgbClr val="FFFFFF"/>
          </a:solidFill>
          <a:ln/>
          <a:effectLst>
            <a:outerShdw blurRad="101600" dist="25400" dir="5400000" algn="bl" rotWithShape="0">
              <a:srgbClr val="000000">
                <a:alpha val="12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4846320" y="1508760"/>
            <a:ext cx="1371600" cy="1143000"/>
          </a:xfrm>
          <a:prstGeom prst="rect">
            <a:avLst/>
          </a:prstGeom>
        </p:spPr>
      </p:pic>
      <p:sp>
        <p:nvSpPr>
          <p:cNvPr id="13" name="Text 8"/>
          <p:cNvSpPr txBox="1"/>
          <p:nvPr/>
        </p:nvSpPr>
        <p:spPr>
          <a:xfrm>
            <a:off x="6400800" y="1600200"/>
            <a:ext cx="1828800" cy="457200"/>
          </a:xfrm>
          <a:prstGeom prst="rect">
            <a:avLst/>
          </a:prstGeom>
          <a:noFill/>
          <a:ln/>
        </p:spPr>
        <p:txBody>
          <a:bodyPr wrap="square" lIns="0" tIns="0" rIns="0" bIns="0" rtlCol="0" anchor="ctr"/>
          <a:lstStyle/>
          <a:p>
            <a:pPr marL="0" indent="0">
              <a:buNone/>
            </a:pPr>
            <a:r>
              <a:rPr lang="en-US" sz="2400" b="1" dirty="0">
                <a:solidFill>
                  <a:srgbClr val="5A1E2B"/>
                </a:solidFill>
                <a:latin typeface="Cambria" pitchFamily="34" charset="0"/>
                <a:ea typeface="Cambria" pitchFamily="34" charset="-122"/>
                <a:cs typeface="Cambria" pitchFamily="34" charset="-120"/>
              </a:rPr>
              <a:t>Bahubali</a:t>
            </a:r>
            <a:endParaRPr lang="en-US" sz="2400" dirty="0"/>
          </a:p>
        </p:txBody>
      </p:sp>
      <p:sp>
        <p:nvSpPr>
          <p:cNvPr id="14" name="Text 9"/>
          <p:cNvSpPr txBox="1"/>
          <p:nvPr/>
        </p:nvSpPr>
        <p:spPr>
          <a:xfrm>
            <a:off x="6400800" y="2103120"/>
            <a:ext cx="1828800" cy="548640"/>
          </a:xfrm>
          <a:prstGeom prst="rect">
            <a:avLst/>
          </a:prstGeom>
          <a:noFill/>
          <a:ln/>
        </p:spPr>
        <p:txBody>
          <a:bodyPr wrap="square" lIns="0" tIns="0" rIns="0" bIns="0" rtlCol="0" anchor="t"/>
          <a:lstStyle/>
          <a:p>
            <a:pPr marL="0" indent="0">
              <a:buNone/>
            </a:pPr>
            <a:r>
              <a:rPr lang="en-US" sz="1300" dirty="0">
                <a:solidFill>
                  <a:srgbClr val="6B5B62"/>
                </a:solidFill>
                <a:latin typeface="Calibri" pitchFamily="34" charset="0"/>
                <a:ea typeface="Calibri" pitchFamily="34" charset="-122"/>
                <a:cs typeface="Calibri" pitchFamily="34" charset="-120"/>
              </a:rPr>
              <a:t>Podanpur · the mighty one</a:t>
            </a:r>
            <a:endParaRPr lang="en-US" sz="1300" dirty="0"/>
          </a:p>
        </p:txBody>
      </p:sp>
      <p:sp>
        <p:nvSpPr>
          <p:cNvPr id="15" name="Text 10"/>
          <p:cNvSpPr txBox="1"/>
          <p:nvPr/>
        </p:nvSpPr>
        <p:spPr>
          <a:xfrm>
            <a:off x="4892040" y="2880360"/>
            <a:ext cx="329184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B2226"/>
                </a:solidFill>
                <a:latin typeface="Calibri" pitchFamily="34" charset="0"/>
                <a:ea typeface="Calibri" pitchFamily="34" charset="-122"/>
                <a:cs typeface="Calibri" pitchFamily="34" charset="-120"/>
              </a:rPr>
              <a:t>Famed for matchless strength and beauty.</a:t>
            </a:r>
            <a:endParaRPr lang="en-US" sz="1400" dirty="0"/>
          </a:p>
          <a:p>
            <a:pPr marL="342900" indent="-342900">
              <a:spcAft>
                <a:spcPts val="600"/>
              </a:spcAft>
              <a:buSzPct val="100000"/>
              <a:buChar char="•"/>
            </a:pPr>
            <a:r>
              <a:rPr lang="en-US" sz="1400" dirty="0">
                <a:solidFill>
                  <a:srgbClr val="2B2226"/>
                </a:solidFill>
                <a:latin typeface="Calibri" pitchFamily="34" charset="0"/>
                <a:ea typeface="Calibri" pitchFamily="34" charset="-122"/>
                <a:cs typeface="Calibri" pitchFamily="34" charset="-120"/>
              </a:rPr>
              <a:t>Told to be the very image of manly grace.</a:t>
            </a:r>
            <a:endParaRPr lang="en-US" sz="1400" dirty="0"/>
          </a:p>
          <a:p>
            <a:pPr marL="342900" indent="-342900">
              <a:spcAft>
                <a:spcPts val="600"/>
              </a:spcAft>
              <a:buSzPct val="100000"/>
              <a:buChar char="•"/>
            </a:pPr>
            <a:r>
              <a:rPr lang="en-US" sz="1400" dirty="0">
                <a:solidFill>
                  <a:srgbClr val="2B2226"/>
                </a:solidFill>
                <a:latin typeface="Calibri" pitchFamily="34" charset="0"/>
                <a:ea typeface="Calibri" pitchFamily="34" charset="-122"/>
                <a:cs typeface="Calibri" pitchFamily="34" charset="-120"/>
              </a:rPr>
              <a:t>His pride: he bows to no one.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7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498080" cy="731520"/>
          </a:xfrm>
          <a:prstGeom prst="rect">
            <a:avLst/>
          </a:prstGeom>
          <a:noFill/>
          <a:ln/>
        </p:spPr>
        <p:txBody>
          <a:bodyPr wrap="square" lIns="0" tIns="0" rIns="0" bIns="0" rtlCol="0" anchor="ctr"/>
          <a:lstStyle/>
          <a:p>
            <a:pPr marL="0" indent="0">
              <a:buNone/>
            </a:pPr>
            <a:r>
              <a:rPr lang="en-US" sz="3000" b="1" dirty="0">
                <a:solidFill>
                  <a:srgbClr val="5A1E2B"/>
                </a:solidFill>
                <a:latin typeface="Cambria" pitchFamily="34" charset="0"/>
                <a:ea typeface="Cambria" pitchFamily="34" charset="-122"/>
                <a:cs typeface="Cambria" pitchFamily="34" charset="-120"/>
              </a:rPr>
              <a:t>The wheel that would not enter</a:t>
            </a:r>
            <a:endParaRPr lang="en-US" sz="3000" dirty="0"/>
          </a:p>
        </p:txBody>
      </p:sp>
      <p:sp>
        <p:nvSpPr>
          <p:cNvPr id="3" name="Shape 1"/>
          <p:cNvSpPr/>
          <p:nvPr/>
        </p:nvSpPr>
        <p:spPr>
          <a:xfrm>
            <a:off x="8183880" y="457200"/>
            <a:ext cx="411480" cy="411480"/>
          </a:xfrm>
          <a:prstGeom prst="ellipse">
            <a:avLst/>
          </a:prstGeom>
          <a:solidFill>
            <a:srgbClr val="E58E26"/>
          </a:solidFill>
          <a:ln w="12700">
            <a:solidFill>
              <a:srgbClr val="E58E26"/>
            </a:solidFill>
            <a:prstDash val="solid"/>
          </a:ln>
        </p:spPr>
        <p:txBody>
          <a:bodyPr/>
          <a:lstStyle/>
          <a:p>
            <a:endParaRPr lang="en-US"/>
          </a:p>
        </p:txBody>
      </p:sp>
      <p:sp>
        <p:nvSpPr>
          <p:cNvPr id="4" name="Text 2"/>
          <p:cNvSpPr txBox="1"/>
          <p:nvPr/>
        </p:nvSpPr>
        <p:spPr>
          <a:xfrm>
            <a:off x="8183880" y="45720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6" name="Text 3"/>
          <p:cNvSpPr txBox="1"/>
          <p:nvPr/>
        </p:nvSpPr>
        <p:spPr>
          <a:xfrm>
            <a:off x="548640" y="1371600"/>
            <a:ext cx="3931920" cy="31089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2B2226"/>
                </a:solidFill>
                <a:latin typeface="Calibri" pitchFamily="34" charset="0"/>
                <a:ea typeface="Calibri" pitchFamily="34" charset="-122"/>
                <a:cs typeface="Calibri" pitchFamily="34" charset="-120"/>
              </a:rPr>
              <a:t>Bharata's divine chakra-ratna led his armies in a conquest of all directions.</a:t>
            </a:r>
            <a:endParaRPr lang="en-US" sz="1500" dirty="0"/>
          </a:p>
          <a:p>
            <a:pPr marL="342900" indent="-342900">
              <a:spcAft>
                <a:spcPts val="900"/>
              </a:spcAft>
              <a:buSzPct val="100000"/>
              <a:buChar char="•"/>
            </a:pPr>
            <a:r>
              <a:rPr lang="en-US" sz="1500" dirty="0">
                <a:solidFill>
                  <a:srgbClr val="2B2226"/>
                </a:solidFill>
                <a:latin typeface="Calibri" pitchFamily="34" charset="0"/>
                <a:ea typeface="Calibri" pitchFamily="34" charset="-122"/>
                <a:cs typeface="Calibri" pitchFamily="34" charset="-120"/>
              </a:rPr>
              <a:t>Kings across the land accepted his rule, and he returned to Ayodhya as emperor.</a:t>
            </a:r>
            <a:endParaRPr lang="en-US" sz="1500" dirty="0"/>
          </a:p>
          <a:p>
            <a:pPr marL="342900" indent="-342900">
              <a:spcAft>
                <a:spcPts val="900"/>
              </a:spcAft>
              <a:buSzPct val="100000"/>
              <a:buChar char="•"/>
            </a:pPr>
            <a:r>
              <a:rPr lang="en-US" sz="1500" dirty="0">
                <a:solidFill>
                  <a:srgbClr val="2B2226"/>
                </a:solidFill>
                <a:latin typeface="Calibri" pitchFamily="34" charset="0"/>
                <a:ea typeface="Calibri" pitchFamily="34" charset="-122"/>
                <a:cs typeface="Calibri" pitchFamily="34" charset="-120"/>
              </a:rPr>
              <a:t>But the chakra stopped at the city gate and would not enter.</a:t>
            </a:r>
            <a:endParaRPr lang="en-US" sz="1500" dirty="0"/>
          </a:p>
          <a:p>
            <a:pPr marL="342900" indent="-342900">
              <a:spcAft>
                <a:spcPts val="900"/>
              </a:spcAft>
              <a:buSzPct val="100000"/>
              <a:buChar char="•"/>
            </a:pPr>
            <a:r>
              <a:rPr lang="en-US" sz="1500" dirty="0">
                <a:solidFill>
                  <a:srgbClr val="2B2226"/>
                </a:solidFill>
                <a:latin typeface="Calibri" pitchFamily="34" charset="0"/>
                <a:ea typeface="Calibri" pitchFamily="34" charset="-122"/>
                <a:cs typeface="Calibri" pitchFamily="34" charset="-120"/>
              </a:rPr>
              <a:t>The ministers explained: his own brothers had not yet accepted his authority.</a:t>
            </a:r>
            <a:endParaRPr lang="en-US" sz="1500" dirty="0"/>
          </a:p>
        </p:txBody>
      </p:sp>
      <p:sp>
        <p:nvSpPr>
          <p:cNvPr id="7" name="Shape 4"/>
          <p:cNvSpPr/>
          <p:nvPr/>
        </p:nvSpPr>
        <p:spPr>
          <a:xfrm>
            <a:off x="4562856" y="1225296"/>
            <a:ext cx="3950208" cy="3310128"/>
          </a:xfrm>
          <a:prstGeom prst="roundRect">
            <a:avLst>
              <a:gd name="adj" fmla="val 3315"/>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4617720" y="1280160"/>
            <a:ext cx="3840480" cy="3200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7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498080" cy="731520"/>
          </a:xfrm>
          <a:prstGeom prst="rect">
            <a:avLst/>
          </a:prstGeom>
          <a:noFill/>
          <a:ln/>
        </p:spPr>
        <p:txBody>
          <a:bodyPr wrap="square" lIns="0" tIns="0" rIns="0" bIns="0" rtlCol="0" anchor="ctr"/>
          <a:lstStyle/>
          <a:p>
            <a:pPr marL="0" indent="0">
              <a:buNone/>
            </a:pPr>
            <a:r>
              <a:rPr lang="en-US" sz="3000" b="1" dirty="0">
                <a:solidFill>
                  <a:srgbClr val="5A1E2B"/>
                </a:solidFill>
                <a:latin typeface="Cambria" pitchFamily="34" charset="0"/>
                <a:ea typeface="Cambria" pitchFamily="34" charset="-122"/>
                <a:cs typeface="Cambria" pitchFamily="34" charset="-120"/>
              </a:rPr>
              <a:t>Ninety-eight brothers choose renunciation</a:t>
            </a:r>
            <a:endParaRPr lang="en-US" sz="3000" dirty="0"/>
          </a:p>
        </p:txBody>
      </p:sp>
      <p:sp>
        <p:nvSpPr>
          <p:cNvPr id="3" name="Shape 1"/>
          <p:cNvSpPr/>
          <p:nvPr/>
        </p:nvSpPr>
        <p:spPr>
          <a:xfrm>
            <a:off x="8183880" y="457200"/>
            <a:ext cx="411480" cy="411480"/>
          </a:xfrm>
          <a:prstGeom prst="ellipse">
            <a:avLst/>
          </a:prstGeom>
          <a:solidFill>
            <a:srgbClr val="E58E26"/>
          </a:solidFill>
          <a:ln w="12700">
            <a:solidFill>
              <a:srgbClr val="E58E26"/>
            </a:solidFill>
            <a:prstDash val="solid"/>
          </a:ln>
        </p:spPr>
        <p:txBody>
          <a:bodyPr/>
          <a:lstStyle/>
          <a:p>
            <a:endParaRPr lang="en-US"/>
          </a:p>
        </p:txBody>
      </p:sp>
      <p:sp>
        <p:nvSpPr>
          <p:cNvPr id="4" name="Text 2"/>
          <p:cNvSpPr txBox="1"/>
          <p:nvPr/>
        </p:nvSpPr>
        <p:spPr>
          <a:xfrm>
            <a:off x="8183880" y="45720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6" name="Shape 3"/>
          <p:cNvSpPr/>
          <p:nvPr/>
        </p:nvSpPr>
        <p:spPr>
          <a:xfrm>
            <a:off x="548640" y="1280160"/>
            <a:ext cx="274320" cy="274320"/>
          </a:xfrm>
          <a:prstGeom prst="ellipse">
            <a:avLst/>
          </a:prstGeom>
          <a:solidFill>
            <a:srgbClr val="E9CDD3"/>
          </a:solidFill>
          <a:ln w="12700">
            <a:solidFill>
              <a:srgbClr val="E9CDD3"/>
            </a:solidFill>
            <a:prstDash val="solid"/>
          </a:ln>
        </p:spPr>
        <p:txBody>
          <a:bodyPr/>
          <a:lstStyle/>
          <a:p>
            <a:endParaRPr lang="en-US"/>
          </a:p>
        </p:txBody>
      </p:sp>
      <p:sp>
        <p:nvSpPr>
          <p:cNvPr id="7" name="Shape 4"/>
          <p:cNvSpPr/>
          <p:nvPr/>
        </p:nvSpPr>
        <p:spPr>
          <a:xfrm>
            <a:off x="932688" y="1280160"/>
            <a:ext cx="274320" cy="274320"/>
          </a:xfrm>
          <a:prstGeom prst="ellipse">
            <a:avLst/>
          </a:prstGeom>
          <a:solidFill>
            <a:srgbClr val="E9CDD3"/>
          </a:solidFill>
          <a:ln w="12700">
            <a:solidFill>
              <a:srgbClr val="E9CDD3"/>
            </a:solidFill>
            <a:prstDash val="solid"/>
          </a:ln>
        </p:spPr>
        <p:txBody>
          <a:bodyPr/>
          <a:lstStyle/>
          <a:p>
            <a:endParaRPr lang="en-US"/>
          </a:p>
        </p:txBody>
      </p:sp>
      <p:sp>
        <p:nvSpPr>
          <p:cNvPr id="8" name="Shape 5"/>
          <p:cNvSpPr/>
          <p:nvPr/>
        </p:nvSpPr>
        <p:spPr>
          <a:xfrm>
            <a:off x="1316736" y="1280160"/>
            <a:ext cx="274320" cy="274320"/>
          </a:xfrm>
          <a:prstGeom prst="ellipse">
            <a:avLst/>
          </a:prstGeom>
          <a:solidFill>
            <a:srgbClr val="E9CDD3"/>
          </a:solidFill>
          <a:ln w="12700">
            <a:solidFill>
              <a:srgbClr val="E9CDD3"/>
            </a:solidFill>
            <a:prstDash val="solid"/>
          </a:ln>
        </p:spPr>
        <p:txBody>
          <a:bodyPr/>
          <a:lstStyle/>
          <a:p>
            <a:endParaRPr lang="en-US"/>
          </a:p>
        </p:txBody>
      </p:sp>
      <p:sp>
        <p:nvSpPr>
          <p:cNvPr id="9" name="Shape 6"/>
          <p:cNvSpPr/>
          <p:nvPr/>
        </p:nvSpPr>
        <p:spPr>
          <a:xfrm>
            <a:off x="1700784" y="1280160"/>
            <a:ext cx="274320" cy="274320"/>
          </a:xfrm>
          <a:prstGeom prst="ellipse">
            <a:avLst/>
          </a:prstGeom>
          <a:solidFill>
            <a:srgbClr val="E9CDD3"/>
          </a:solidFill>
          <a:ln w="12700">
            <a:solidFill>
              <a:srgbClr val="E9CDD3"/>
            </a:solidFill>
            <a:prstDash val="solid"/>
          </a:ln>
        </p:spPr>
        <p:txBody>
          <a:bodyPr/>
          <a:lstStyle/>
          <a:p>
            <a:endParaRPr lang="en-US"/>
          </a:p>
        </p:txBody>
      </p:sp>
      <p:sp>
        <p:nvSpPr>
          <p:cNvPr id="10" name="Shape 7"/>
          <p:cNvSpPr/>
          <p:nvPr/>
        </p:nvSpPr>
        <p:spPr>
          <a:xfrm>
            <a:off x="2084832" y="1280160"/>
            <a:ext cx="274320" cy="274320"/>
          </a:xfrm>
          <a:prstGeom prst="ellipse">
            <a:avLst/>
          </a:prstGeom>
          <a:solidFill>
            <a:srgbClr val="E9CDD3"/>
          </a:solidFill>
          <a:ln w="12700">
            <a:solidFill>
              <a:srgbClr val="E9CDD3"/>
            </a:solidFill>
            <a:prstDash val="solid"/>
          </a:ln>
        </p:spPr>
        <p:txBody>
          <a:bodyPr/>
          <a:lstStyle/>
          <a:p>
            <a:endParaRPr lang="en-US"/>
          </a:p>
        </p:txBody>
      </p:sp>
      <p:sp>
        <p:nvSpPr>
          <p:cNvPr id="11" name="Shape 8"/>
          <p:cNvSpPr/>
          <p:nvPr/>
        </p:nvSpPr>
        <p:spPr>
          <a:xfrm>
            <a:off x="2468880" y="1280160"/>
            <a:ext cx="274320" cy="274320"/>
          </a:xfrm>
          <a:prstGeom prst="ellipse">
            <a:avLst/>
          </a:prstGeom>
          <a:solidFill>
            <a:srgbClr val="E9CDD3"/>
          </a:solidFill>
          <a:ln w="12700">
            <a:solidFill>
              <a:srgbClr val="E9CDD3"/>
            </a:solidFill>
            <a:prstDash val="solid"/>
          </a:ln>
        </p:spPr>
        <p:txBody>
          <a:bodyPr/>
          <a:lstStyle/>
          <a:p>
            <a:endParaRPr lang="en-US"/>
          </a:p>
        </p:txBody>
      </p:sp>
      <p:sp>
        <p:nvSpPr>
          <p:cNvPr id="12" name="Shape 9"/>
          <p:cNvSpPr/>
          <p:nvPr/>
        </p:nvSpPr>
        <p:spPr>
          <a:xfrm>
            <a:off x="2852928" y="1280160"/>
            <a:ext cx="274320" cy="274320"/>
          </a:xfrm>
          <a:prstGeom prst="ellipse">
            <a:avLst/>
          </a:prstGeom>
          <a:solidFill>
            <a:srgbClr val="E9CDD3"/>
          </a:solidFill>
          <a:ln w="12700">
            <a:solidFill>
              <a:srgbClr val="E9CDD3"/>
            </a:solidFill>
            <a:prstDash val="solid"/>
          </a:ln>
        </p:spPr>
        <p:txBody>
          <a:bodyPr/>
          <a:lstStyle/>
          <a:p>
            <a:endParaRPr lang="en-US"/>
          </a:p>
        </p:txBody>
      </p:sp>
      <p:sp>
        <p:nvSpPr>
          <p:cNvPr id="13" name="Shape 10"/>
          <p:cNvSpPr/>
          <p:nvPr/>
        </p:nvSpPr>
        <p:spPr>
          <a:xfrm>
            <a:off x="3236976" y="1280160"/>
            <a:ext cx="274320" cy="274320"/>
          </a:xfrm>
          <a:prstGeom prst="ellipse">
            <a:avLst/>
          </a:prstGeom>
          <a:solidFill>
            <a:srgbClr val="E9CDD3"/>
          </a:solidFill>
          <a:ln w="12700">
            <a:solidFill>
              <a:srgbClr val="E9CDD3"/>
            </a:solidFill>
            <a:prstDash val="solid"/>
          </a:ln>
        </p:spPr>
        <p:txBody>
          <a:bodyPr/>
          <a:lstStyle/>
          <a:p>
            <a:endParaRPr lang="en-US"/>
          </a:p>
        </p:txBody>
      </p:sp>
      <p:sp>
        <p:nvSpPr>
          <p:cNvPr id="14" name="Shape 11"/>
          <p:cNvSpPr/>
          <p:nvPr/>
        </p:nvSpPr>
        <p:spPr>
          <a:xfrm>
            <a:off x="3621024" y="1280160"/>
            <a:ext cx="274320" cy="274320"/>
          </a:xfrm>
          <a:prstGeom prst="ellipse">
            <a:avLst/>
          </a:prstGeom>
          <a:solidFill>
            <a:srgbClr val="E9CDD3"/>
          </a:solidFill>
          <a:ln w="12700">
            <a:solidFill>
              <a:srgbClr val="E9CDD3"/>
            </a:solidFill>
            <a:prstDash val="solid"/>
          </a:ln>
        </p:spPr>
        <p:txBody>
          <a:bodyPr/>
          <a:lstStyle/>
          <a:p>
            <a:endParaRPr lang="en-US"/>
          </a:p>
        </p:txBody>
      </p:sp>
      <p:sp>
        <p:nvSpPr>
          <p:cNvPr id="15" name="Shape 12"/>
          <p:cNvSpPr/>
          <p:nvPr/>
        </p:nvSpPr>
        <p:spPr>
          <a:xfrm>
            <a:off x="4005072" y="1280160"/>
            <a:ext cx="274320" cy="274320"/>
          </a:xfrm>
          <a:prstGeom prst="ellipse">
            <a:avLst/>
          </a:prstGeom>
          <a:solidFill>
            <a:srgbClr val="E9CDD3"/>
          </a:solidFill>
          <a:ln w="12700">
            <a:solidFill>
              <a:srgbClr val="E9CDD3"/>
            </a:solidFill>
            <a:prstDash val="solid"/>
          </a:ln>
        </p:spPr>
        <p:txBody>
          <a:bodyPr/>
          <a:lstStyle/>
          <a:p>
            <a:endParaRPr lang="en-US"/>
          </a:p>
        </p:txBody>
      </p:sp>
      <p:sp>
        <p:nvSpPr>
          <p:cNvPr id="16" name="Shape 13"/>
          <p:cNvSpPr/>
          <p:nvPr/>
        </p:nvSpPr>
        <p:spPr>
          <a:xfrm>
            <a:off x="548640" y="1609344"/>
            <a:ext cx="274320" cy="274320"/>
          </a:xfrm>
          <a:prstGeom prst="ellipse">
            <a:avLst/>
          </a:prstGeom>
          <a:solidFill>
            <a:srgbClr val="E9CDD3"/>
          </a:solidFill>
          <a:ln w="12700">
            <a:solidFill>
              <a:srgbClr val="E9CDD3"/>
            </a:solidFill>
            <a:prstDash val="solid"/>
          </a:ln>
        </p:spPr>
        <p:txBody>
          <a:bodyPr/>
          <a:lstStyle/>
          <a:p>
            <a:endParaRPr lang="en-US"/>
          </a:p>
        </p:txBody>
      </p:sp>
      <p:sp>
        <p:nvSpPr>
          <p:cNvPr id="17" name="Shape 14"/>
          <p:cNvSpPr/>
          <p:nvPr/>
        </p:nvSpPr>
        <p:spPr>
          <a:xfrm>
            <a:off x="932688" y="1609344"/>
            <a:ext cx="274320" cy="274320"/>
          </a:xfrm>
          <a:prstGeom prst="ellipse">
            <a:avLst/>
          </a:prstGeom>
          <a:solidFill>
            <a:srgbClr val="E9CDD3"/>
          </a:solidFill>
          <a:ln w="12700">
            <a:solidFill>
              <a:srgbClr val="E9CDD3"/>
            </a:solidFill>
            <a:prstDash val="solid"/>
          </a:ln>
        </p:spPr>
        <p:txBody>
          <a:bodyPr/>
          <a:lstStyle/>
          <a:p>
            <a:endParaRPr lang="en-US"/>
          </a:p>
        </p:txBody>
      </p:sp>
      <p:sp>
        <p:nvSpPr>
          <p:cNvPr id="18" name="Shape 15"/>
          <p:cNvSpPr/>
          <p:nvPr/>
        </p:nvSpPr>
        <p:spPr>
          <a:xfrm>
            <a:off x="1316736" y="1609344"/>
            <a:ext cx="274320" cy="274320"/>
          </a:xfrm>
          <a:prstGeom prst="ellipse">
            <a:avLst/>
          </a:prstGeom>
          <a:solidFill>
            <a:srgbClr val="E9CDD3"/>
          </a:solidFill>
          <a:ln w="12700">
            <a:solidFill>
              <a:srgbClr val="E9CDD3"/>
            </a:solidFill>
            <a:prstDash val="solid"/>
          </a:ln>
        </p:spPr>
        <p:txBody>
          <a:bodyPr/>
          <a:lstStyle/>
          <a:p>
            <a:endParaRPr lang="en-US"/>
          </a:p>
        </p:txBody>
      </p:sp>
      <p:sp>
        <p:nvSpPr>
          <p:cNvPr id="19" name="Shape 16"/>
          <p:cNvSpPr/>
          <p:nvPr/>
        </p:nvSpPr>
        <p:spPr>
          <a:xfrm>
            <a:off x="1700784" y="1609344"/>
            <a:ext cx="274320" cy="274320"/>
          </a:xfrm>
          <a:prstGeom prst="ellipse">
            <a:avLst/>
          </a:prstGeom>
          <a:solidFill>
            <a:srgbClr val="E9CDD3"/>
          </a:solidFill>
          <a:ln w="12700">
            <a:solidFill>
              <a:srgbClr val="E9CDD3"/>
            </a:solidFill>
            <a:prstDash val="solid"/>
          </a:ln>
        </p:spPr>
        <p:txBody>
          <a:bodyPr/>
          <a:lstStyle/>
          <a:p>
            <a:endParaRPr lang="en-US"/>
          </a:p>
        </p:txBody>
      </p:sp>
      <p:sp>
        <p:nvSpPr>
          <p:cNvPr id="20" name="Shape 17"/>
          <p:cNvSpPr/>
          <p:nvPr/>
        </p:nvSpPr>
        <p:spPr>
          <a:xfrm>
            <a:off x="2084832" y="1609344"/>
            <a:ext cx="274320" cy="274320"/>
          </a:xfrm>
          <a:prstGeom prst="ellipse">
            <a:avLst/>
          </a:prstGeom>
          <a:solidFill>
            <a:srgbClr val="E9CDD3"/>
          </a:solidFill>
          <a:ln w="12700">
            <a:solidFill>
              <a:srgbClr val="E9CDD3"/>
            </a:solidFill>
            <a:prstDash val="solid"/>
          </a:ln>
        </p:spPr>
        <p:txBody>
          <a:bodyPr/>
          <a:lstStyle/>
          <a:p>
            <a:endParaRPr lang="en-US"/>
          </a:p>
        </p:txBody>
      </p:sp>
      <p:sp>
        <p:nvSpPr>
          <p:cNvPr id="21" name="Shape 18"/>
          <p:cNvSpPr/>
          <p:nvPr/>
        </p:nvSpPr>
        <p:spPr>
          <a:xfrm>
            <a:off x="2468880" y="1609344"/>
            <a:ext cx="274320" cy="274320"/>
          </a:xfrm>
          <a:prstGeom prst="ellipse">
            <a:avLst/>
          </a:prstGeom>
          <a:solidFill>
            <a:srgbClr val="E9CDD3"/>
          </a:solidFill>
          <a:ln w="12700">
            <a:solidFill>
              <a:srgbClr val="E9CDD3"/>
            </a:solidFill>
            <a:prstDash val="solid"/>
          </a:ln>
        </p:spPr>
        <p:txBody>
          <a:bodyPr/>
          <a:lstStyle/>
          <a:p>
            <a:endParaRPr lang="en-US"/>
          </a:p>
        </p:txBody>
      </p:sp>
      <p:sp>
        <p:nvSpPr>
          <p:cNvPr id="22" name="Shape 19"/>
          <p:cNvSpPr/>
          <p:nvPr/>
        </p:nvSpPr>
        <p:spPr>
          <a:xfrm>
            <a:off x="2852928" y="1609344"/>
            <a:ext cx="274320" cy="274320"/>
          </a:xfrm>
          <a:prstGeom prst="ellipse">
            <a:avLst/>
          </a:prstGeom>
          <a:solidFill>
            <a:srgbClr val="E9CDD3"/>
          </a:solidFill>
          <a:ln w="12700">
            <a:solidFill>
              <a:srgbClr val="E9CDD3"/>
            </a:solidFill>
            <a:prstDash val="solid"/>
          </a:ln>
        </p:spPr>
        <p:txBody>
          <a:bodyPr/>
          <a:lstStyle/>
          <a:p>
            <a:endParaRPr lang="en-US"/>
          </a:p>
        </p:txBody>
      </p:sp>
      <p:sp>
        <p:nvSpPr>
          <p:cNvPr id="23" name="Shape 20"/>
          <p:cNvSpPr/>
          <p:nvPr/>
        </p:nvSpPr>
        <p:spPr>
          <a:xfrm>
            <a:off x="3236976" y="1609344"/>
            <a:ext cx="274320" cy="274320"/>
          </a:xfrm>
          <a:prstGeom prst="ellipse">
            <a:avLst/>
          </a:prstGeom>
          <a:solidFill>
            <a:srgbClr val="E9CDD3"/>
          </a:solidFill>
          <a:ln w="12700">
            <a:solidFill>
              <a:srgbClr val="E9CDD3"/>
            </a:solidFill>
            <a:prstDash val="solid"/>
          </a:ln>
        </p:spPr>
        <p:txBody>
          <a:bodyPr/>
          <a:lstStyle/>
          <a:p>
            <a:endParaRPr lang="en-US"/>
          </a:p>
        </p:txBody>
      </p:sp>
      <p:sp>
        <p:nvSpPr>
          <p:cNvPr id="24" name="Shape 21"/>
          <p:cNvSpPr/>
          <p:nvPr/>
        </p:nvSpPr>
        <p:spPr>
          <a:xfrm>
            <a:off x="3621024" y="1609344"/>
            <a:ext cx="274320" cy="274320"/>
          </a:xfrm>
          <a:prstGeom prst="ellipse">
            <a:avLst/>
          </a:prstGeom>
          <a:solidFill>
            <a:srgbClr val="E9CDD3"/>
          </a:solidFill>
          <a:ln w="12700">
            <a:solidFill>
              <a:srgbClr val="E9CDD3"/>
            </a:solidFill>
            <a:prstDash val="solid"/>
          </a:ln>
        </p:spPr>
        <p:txBody>
          <a:bodyPr/>
          <a:lstStyle/>
          <a:p>
            <a:endParaRPr lang="en-US"/>
          </a:p>
        </p:txBody>
      </p:sp>
      <p:sp>
        <p:nvSpPr>
          <p:cNvPr id="25" name="Shape 22"/>
          <p:cNvSpPr/>
          <p:nvPr/>
        </p:nvSpPr>
        <p:spPr>
          <a:xfrm>
            <a:off x="4005072" y="1609344"/>
            <a:ext cx="274320" cy="274320"/>
          </a:xfrm>
          <a:prstGeom prst="ellipse">
            <a:avLst/>
          </a:prstGeom>
          <a:solidFill>
            <a:srgbClr val="E9CDD3"/>
          </a:solidFill>
          <a:ln w="12700">
            <a:solidFill>
              <a:srgbClr val="E9CDD3"/>
            </a:solidFill>
            <a:prstDash val="solid"/>
          </a:ln>
        </p:spPr>
        <p:txBody>
          <a:bodyPr/>
          <a:lstStyle/>
          <a:p>
            <a:endParaRPr lang="en-US"/>
          </a:p>
        </p:txBody>
      </p:sp>
      <p:sp>
        <p:nvSpPr>
          <p:cNvPr id="26" name="Shape 23"/>
          <p:cNvSpPr/>
          <p:nvPr/>
        </p:nvSpPr>
        <p:spPr>
          <a:xfrm>
            <a:off x="548640" y="1938528"/>
            <a:ext cx="274320" cy="274320"/>
          </a:xfrm>
          <a:prstGeom prst="ellipse">
            <a:avLst/>
          </a:prstGeom>
          <a:solidFill>
            <a:srgbClr val="E9CDD3"/>
          </a:solidFill>
          <a:ln w="12700">
            <a:solidFill>
              <a:srgbClr val="E9CDD3"/>
            </a:solidFill>
            <a:prstDash val="solid"/>
          </a:ln>
        </p:spPr>
        <p:txBody>
          <a:bodyPr/>
          <a:lstStyle/>
          <a:p>
            <a:endParaRPr lang="en-US"/>
          </a:p>
        </p:txBody>
      </p:sp>
      <p:sp>
        <p:nvSpPr>
          <p:cNvPr id="27" name="Shape 24"/>
          <p:cNvSpPr/>
          <p:nvPr/>
        </p:nvSpPr>
        <p:spPr>
          <a:xfrm>
            <a:off x="932688" y="1938528"/>
            <a:ext cx="274320" cy="274320"/>
          </a:xfrm>
          <a:prstGeom prst="ellipse">
            <a:avLst/>
          </a:prstGeom>
          <a:solidFill>
            <a:srgbClr val="E9CDD3"/>
          </a:solidFill>
          <a:ln w="12700">
            <a:solidFill>
              <a:srgbClr val="E9CDD3"/>
            </a:solidFill>
            <a:prstDash val="solid"/>
          </a:ln>
        </p:spPr>
        <p:txBody>
          <a:bodyPr/>
          <a:lstStyle/>
          <a:p>
            <a:endParaRPr lang="en-US"/>
          </a:p>
        </p:txBody>
      </p:sp>
      <p:sp>
        <p:nvSpPr>
          <p:cNvPr id="28" name="Shape 25"/>
          <p:cNvSpPr/>
          <p:nvPr/>
        </p:nvSpPr>
        <p:spPr>
          <a:xfrm>
            <a:off x="1316736" y="1938528"/>
            <a:ext cx="274320" cy="274320"/>
          </a:xfrm>
          <a:prstGeom prst="ellipse">
            <a:avLst/>
          </a:prstGeom>
          <a:solidFill>
            <a:srgbClr val="E9CDD3"/>
          </a:solidFill>
          <a:ln w="12700">
            <a:solidFill>
              <a:srgbClr val="E9CDD3"/>
            </a:solidFill>
            <a:prstDash val="solid"/>
          </a:ln>
        </p:spPr>
        <p:txBody>
          <a:bodyPr/>
          <a:lstStyle/>
          <a:p>
            <a:endParaRPr lang="en-US"/>
          </a:p>
        </p:txBody>
      </p:sp>
      <p:sp>
        <p:nvSpPr>
          <p:cNvPr id="29" name="Shape 26"/>
          <p:cNvSpPr/>
          <p:nvPr/>
        </p:nvSpPr>
        <p:spPr>
          <a:xfrm>
            <a:off x="1700784" y="1938528"/>
            <a:ext cx="274320" cy="274320"/>
          </a:xfrm>
          <a:prstGeom prst="ellipse">
            <a:avLst/>
          </a:prstGeom>
          <a:solidFill>
            <a:srgbClr val="E9CDD3"/>
          </a:solidFill>
          <a:ln w="12700">
            <a:solidFill>
              <a:srgbClr val="E9CDD3"/>
            </a:solidFill>
            <a:prstDash val="solid"/>
          </a:ln>
        </p:spPr>
        <p:txBody>
          <a:bodyPr/>
          <a:lstStyle/>
          <a:p>
            <a:endParaRPr lang="en-US"/>
          </a:p>
        </p:txBody>
      </p:sp>
      <p:sp>
        <p:nvSpPr>
          <p:cNvPr id="30" name="Shape 27"/>
          <p:cNvSpPr/>
          <p:nvPr/>
        </p:nvSpPr>
        <p:spPr>
          <a:xfrm>
            <a:off x="2084832" y="1938528"/>
            <a:ext cx="274320" cy="274320"/>
          </a:xfrm>
          <a:prstGeom prst="ellipse">
            <a:avLst/>
          </a:prstGeom>
          <a:solidFill>
            <a:srgbClr val="E9CDD3"/>
          </a:solidFill>
          <a:ln w="12700">
            <a:solidFill>
              <a:srgbClr val="E9CDD3"/>
            </a:solidFill>
            <a:prstDash val="solid"/>
          </a:ln>
        </p:spPr>
        <p:txBody>
          <a:bodyPr/>
          <a:lstStyle/>
          <a:p>
            <a:endParaRPr lang="en-US"/>
          </a:p>
        </p:txBody>
      </p:sp>
      <p:sp>
        <p:nvSpPr>
          <p:cNvPr id="31" name="Shape 28"/>
          <p:cNvSpPr/>
          <p:nvPr/>
        </p:nvSpPr>
        <p:spPr>
          <a:xfrm>
            <a:off x="2468880" y="1938528"/>
            <a:ext cx="274320" cy="274320"/>
          </a:xfrm>
          <a:prstGeom prst="ellipse">
            <a:avLst/>
          </a:prstGeom>
          <a:solidFill>
            <a:srgbClr val="E9CDD3"/>
          </a:solidFill>
          <a:ln w="12700">
            <a:solidFill>
              <a:srgbClr val="E9CDD3"/>
            </a:solidFill>
            <a:prstDash val="solid"/>
          </a:ln>
        </p:spPr>
        <p:txBody>
          <a:bodyPr/>
          <a:lstStyle/>
          <a:p>
            <a:endParaRPr lang="en-US"/>
          </a:p>
        </p:txBody>
      </p:sp>
      <p:sp>
        <p:nvSpPr>
          <p:cNvPr id="32" name="Shape 29"/>
          <p:cNvSpPr/>
          <p:nvPr/>
        </p:nvSpPr>
        <p:spPr>
          <a:xfrm>
            <a:off x="2852928" y="1938528"/>
            <a:ext cx="274320" cy="274320"/>
          </a:xfrm>
          <a:prstGeom prst="ellipse">
            <a:avLst/>
          </a:prstGeom>
          <a:solidFill>
            <a:srgbClr val="E9CDD3"/>
          </a:solidFill>
          <a:ln w="12700">
            <a:solidFill>
              <a:srgbClr val="E9CDD3"/>
            </a:solidFill>
            <a:prstDash val="solid"/>
          </a:ln>
        </p:spPr>
        <p:txBody>
          <a:bodyPr/>
          <a:lstStyle/>
          <a:p>
            <a:endParaRPr lang="en-US"/>
          </a:p>
        </p:txBody>
      </p:sp>
      <p:sp>
        <p:nvSpPr>
          <p:cNvPr id="33" name="Shape 30"/>
          <p:cNvSpPr/>
          <p:nvPr/>
        </p:nvSpPr>
        <p:spPr>
          <a:xfrm>
            <a:off x="3236976" y="1938528"/>
            <a:ext cx="274320" cy="274320"/>
          </a:xfrm>
          <a:prstGeom prst="ellipse">
            <a:avLst/>
          </a:prstGeom>
          <a:solidFill>
            <a:srgbClr val="E9CDD3"/>
          </a:solidFill>
          <a:ln w="12700">
            <a:solidFill>
              <a:srgbClr val="E9CDD3"/>
            </a:solidFill>
            <a:prstDash val="solid"/>
          </a:ln>
        </p:spPr>
        <p:txBody>
          <a:bodyPr/>
          <a:lstStyle/>
          <a:p>
            <a:endParaRPr lang="en-US"/>
          </a:p>
        </p:txBody>
      </p:sp>
      <p:sp>
        <p:nvSpPr>
          <p:cNvPr id="34" name="Shape 31"/>
          <p:cNvSpPr/>
          <p:nvPr/>
        </p:nvSpPr>
        <p:spPr>
          <a:xfrm>
            <a:off x="3621024" y="1938528"/>
            <a:ext cx="274320" cy="274320"/>
          </a:xfrm>
          <a:prstGeom prst="ellipse">
            <a:avLst/>
          </a:prstGeom>
          <a:solidFill>
            <a:srgbClr val="E9CDD3"/>
          </a:solidFill>
          <a:ln w="12700">
            <a:solidFill>
              <a:srgbClr val="E9CDD3"/>
            </a:solidFill>
            <a:prstDash val="solid"/>
          </a:ln>
        </p:spPr>
        <p:txBody>
          <a:bodyPr/>
          <a:lstStyle/>
          <a:p>
            <a:endParaRPr lang="en-US"/>
          </a:p>
        </p:txBody>
      </p:sp>
      <p:sp>
        <p:nvSpPr>
          <p:cNvPr id="35" name="Shape 32"/>
          <p:cNvSpPr/>
          <p:nvPr/>
        </p:nvSpPr>
        <p:spPr>
          <a:xfrm>
            <a:off x="4005072" y="1938528"/>
            <a:ext cx="274320" cy="274320"/>
          </a:xfrm>
          <a:prstGeom prst="ellipse">
            <a:avLst/>
          </a:prstGeom>
          <a:solidFill>
            <a:srgbClr val="E9CDD3"/>
          </a:solidFill>
          <a:ln w="12700">
            <a:solidFill>
              <a:srgbClr val="E9CDD3"/>
            </a:solidFill>
            <a:prstDash val="solid"/>
          </a:ln>
        </p:spPr>
        <p:txBody>
          <a:bodyPr/>
          <a:lstStyle/>
          <a:p>
            <a:endParaRPr lang="en-US"/>
          </a:p>
        </p:txBody>
      </p:sp>
      <p:sp>
        <p:nvSpPr>
          <p:cNvPr id="36" name="Shape 33"/>
          <p:cNvSpPr/>
          <p:nvPr/>
        </p:nvSpPr>
        <p:spPr>
          <a:xfrm>
            <a:off x="548640" y="2267712"/>
            <a:ext cx="274320" cy="274320"/>
          </a:xfrm>
          <a:prstGeom prst="ellipse">
            <a:avLst/>
          </a:prstGeom>
          <a:solidFill>
            <a:srgbClr val="E9CDD3"/>
          </a:solidFill>
          <a:ln w="12700">
            <a:solidFill>
              <a:srgbClr val="E9CDD3"/>
            </a:solidFill>
            <a:prstDash val="solid"/>
          </a:ln>
        </p:spPr>
        <p:txBody>
          <a:bodyPr/>
          <a:lstStyle/>
          <a:p>
            <a:endParaRPr lang="en-US"/>
          </a:p>
        </p:txBody>
      </p:sp>
      <p:sp>
        <p:nvSpPr>
          <p:cNvPr id="37" name="Shape 34"/>
          <p:cNvSpPr/>
          <p:nvPr/>
        </p:nvSpPr>
        <p:spPr>
          <a:xfrm>
            <a:off x="932688" y="2267712"/>
            <a:ext cx="274320" cy="274320"/>
          </a:xfrm>
          <a:prstGeom prst="ellipse">
            <a:avLst/>
          </a:prstGeom>
          <a:solidFill>
            <a:srgbClr val="E9CDD3"/>
          </a:solidFill>
          <a:ln w="12700">
            <a:solidFill>
              <a:srgbClr val="E9CDD3"/>
            </a:solidFill>
            <a:prstDash val="solid"/>
          </a:ln>
        </p:spPr>
        <p:txBody>
          <a:bodyPr/>
          <a:lstStyle/>
          <a:p>
            <a:endParaRPr lang="en-US"/>
          </a:p>
        </p:txBody>
      </p:sp>
      <p:sp>
        <p:nvSpPr>
          <p:cNvPr id="38" name="Shape 35"/>
          <p:cNvSpPr/>
          <p:nvPr/>
        </p:nvSpPr>
        <p:spPr>
          <a:xfrm>
            <a:off x="1316736" y="2267712"/>
            <a:ext cx="274320" cy="274320"/>
          </a:xfrm>
          <a:prstGeom prst="ellipse">
            <a:avLst/>
          </a:prstGeom>
          <a:solidFill>
            <a:srgbClr val="E9CDD3"/>
          </a:solidFill>
          <a:ln w="12700">
            <a:solidFill>
              <a:srgbClr val="E9CDD3"/>
            </a:solidFill>
            <a:prstDash val="solid"/>
          </a:ln>
        </p:spPr>
        <p:txBody>
          <a:bodyPr/>
          <a:lstStyle/>
          <a:p>
            <a:endParaRPr lang="en-US"/>
          </a:p>
        </p:txBody>
      </p:sp>
      <p:sp>
        <p:nvSpPr>
          <p:cNvPr id="39" name="Shape 36"/>
          <p:cNvSpPr/>
          <p:nvPr/>
        </p:nvSpPr>
        <p:spPr>
          <a:xfrm>
            <a:off x="1700784" y="2267712"/>
            <a:ext cx="274320" cy="274320"/>
          </a:xfrm>
          <a:prstGeom prst="ellipse">
            <a:avLst/>
          </a:prstGeom>
          <a:solidFill>
            <a:srgbClr val="E9CDD3"/>
          </a:solidFill>
          <a:ln w="12700">
            <a:solidFill>
              <a:srgbClr val="E9CDD3"/>
            </a:solidFill>
            <a:prstDash val="solid"/>
          </a:ln>
        </p:spPr>
        <p:txBody>
          <a:bodyPr/>
          <a:lstStyle/>
          <a:p>
            <a:endParaRPr lang="en-US"/>
          </a:p>
        </p:txBody>
      </p:sp>
      <p:sp>
        <p:nvSpPr>
          <p:cNvPr id="40" name="Shape 37"/>
          <p:cNvSpPr/>
          <p:nvPr/>
        </p:nvSpPr>
        <p:spPr>
          <a:xfrm>
            <a:off x="2084832" y="2267712"/>
            <a:ext cx="274320" cy="274320"/>
          </a:xfrm>
          <a:prstGeom prst="ellipse">
            <a:avLst/>
          </a:prstGeom>
          <a:solidFill>
            <a:srgbClr val="E9CDD3"/>
          </a:solidFill>
          <a:ln w="12700">
            <a:solidFill>
              <a:srgbClr val="E9CDD3"/>
            </a:solidFill>
            <a:prstDash val="solid"/>
          </a:ln>
        </p:spPr>
        <p:txBody>
          <a:bodyPr/>
          <a:lstStyle/>
          <a:p>
            <a:endParaRPr lang="en-US"/>
          </a:p>
        </p:txBody>
      </p:sp>
      <p:sp>
        <p:nvSpPr>
          <p:cNvPr id="41" name="Shape 38"/>
          <p:cNvSpPr/>
          <p:nvPr/>
        </p:nvSpPr>
        <p:spPr>
          <a:xfrm>
            <a:off x="2468880" y="2267712"/>
            <a:ext cx="274320" cy="274320"/>
          </a:xfrm>
          <a:prstGeom prst="ellipse">
            <a:avLst/>
          </a:prstGeom>
          <a:solidFill>
            <a:srgbClr val="E9CDD3"/>
          </a:solidFill>
          <a:ln w="12700">
            <a:solidFill>
              <a:srgbClr val="E9CDD3"/>
            </a:solidFill>
            <a:prstDash val="solid"/>
          </a:ln>
        </p:spPr>
        <p:txBody>
          <a:bodyPr/>
          <a:lstStyle/>
          <a:p>
            <a:endParaRPr lang="en-US"/>
          </a:p>
        </p:txBody>
      </p:sp>
      <p:sp>
        <p:nvSpPr>
          <p:cNvPr id="42" name="Shape 39"/>
          <p:cNvSpPr/>
          <p:nvPr/>
        </p:nvSpPr>
        <p:spPr>
          <a:xfrm>
            <a:off x="2852928" y="2267712"/>
            <a:ext cx="274320" cy="274320"/>
          </a:xfrm>
          <a:prstGeom prst="ellipse">
            <a:avLst/>
          </a:prstGeom>
          <a:solidFill>
            <a:srgbClr val="E9CDD3"/>
          </a:solidFill>
          <a:ln w="12700">
            <a:solidFill>
              <a:srgbClr val="E9CDD3"/>
            </a:solidFill>
            <a:prstDash val="solid"/>
          </a:ln>
        </p:spPr>
        <p:txBody>
          <a:bodyPr/>
          <a:lstStyle/>
          <a:p>
            <a:endParaRPr lang="en-US"/>
          </a:p>
        </p:txBody>
      </p:sp>
      <p:sp>
        <p:nvSpPr>
          <p:cNvPr id="43" name="Shape 40"/>
          <p:cNvSpPr/>
          <p:nvPr/>
        </p:nvSpPr>
        <p:spPr>
          <a:xfrm>
            <a:off x="3236976" y="2267712"/>
            <a:ext cx="274320" cy="274320"/>
          </a:xfrm>
          <a:prstGeom prst="ellipse">
            <a:avLst/>
          </a:prstGeom>
          <a:solidFill>
            <a:srgbClr val="E9CDD3"/>
          </a:solidFill>
          <a:ln w="12700">
            <a:solidFill>
              <a:srgbClr val="E9CDD3"/>
            </a:solidFill>
            <a:prstDash val="solid"/>
          </a:ln>
        </p:spPr>
        <p:txBody>
          <a:bodyPr/>
          <a:lstStyle/>
          <a:p>
            <a:endParaRPr lang="en-US"/>
          </a:p>
        </p:txBody>
      </p:sp>
      <p:sp>
        <p:nvSpPr>
          <p:cNvPr id="44" name="Shape 41"/>
          <p:cNvSpPr/>
          <p:nvPr/>
        </p:nvSpPr>
        <p:spPr>
          <a:xfrm>
            <a:off x="3621024" y="2267712"/>
            <a:ext cx="274320" cy="274320"/>
          </a:xfrm>
          <a:prstGeom prst="ellipse">
            <a:avLst/>
          </a:prstGeom>
          <a:solidFill>
            <a:srgbClr val="E9CDD3"/>
          </a:solidFill>
          <a:ln w="12700">
            <a:solidFill>
              <a:srgbClr val="E9CDD3"/>
            </a:solidFill>
            <a:prstDash val="solid"/>
          </a:ln>
        </p:spPr>
        <p:txBody>
          <a:bodyPr/>
          <a:lstStyle/>
          <a:p>
            <a:endParaRPr lang="en-US"/>
          </a:p>
        </p:txBody>
      </p:sp>
      <p:sp>
        <p:nvSpPr>
          <p:cNvPr id="45" name="Shape 42"/>
          <p:cNvSpPr/>
          <p:nvPr/>
        </p:nvSpPr>
        <p:spPr>
          <a:xfrm>
            <a:off x="4005072" y="2267712"/>
            <a:ext cx="274320" cy="274320"/>
          </a:xfrm>
          <a:prstGeom prst="ellipse">
            <a:avLst/>
          </a:prstGeom>
          <a:solidFill>
            <a:srgbClr val="E9CDD3"/>
          </a:solidFill>
          <a:ln w="12700">
            <a:solidFill>
              <a:srgbClr val="E9CDD3"/>
            </a:solidFill>
            <a:prstDash val="solid"/>
          </a:ln>
        </p:spPr>
        <p:txBody>
          <a:bodyPr/>
          <a:lstStyle/>
          <a:p>
            <a:endParaRPr lang="en-US"/>
          </a:p>
        </p:txBody>
      </p:sp>
      <p:sp>
        <p:nvSpPr>
          <p:cNvPr id="46" name="Shape 43"/>
          <p:cNvSpPr/>
          <p:nvPr/>
        </p:nvSpPr>
        <p:spPr>
          <a:xfrm>
            <a:off x="548640" y="2596896"/>
            <a:ext cx="274320" cy="274320"/>
          </a:xfrm>
          <a:prstGeom prst="ellipse">
            <a:avLst/>
          </a:prstGeom>
          <a:solidFill>
            <a:srgbClr val="E9CDD3"/>
          </a:solidFill>
          <a:ln w="12700">
            <a:solidFill>
              <a:srgbClr val="E9CDD3"/>
            </a:solidFill>
            <a:prstDash val="solid"/>
          </a:ln>
        </p:spPr>
        <p:txBody>
          <a:bodyPr/>
          <a:lstStyle/>
          <a:p>
            <a:endParaRPr lang="en-US"/>
          </a:p>
        </p:txBody>
      </p:sp>
      <p:sp>
        <p:nvSpPr>
          <p:cNvPr id="47" name="Shape 44"/>
          <p:cNvSpPr/>
          <p:nvPr/>
        </p:nvSpPr>
        <p:spPr>
          <a:xfrm>
            <a:off x="932688" y="2596896"/>
            <a:ext cx="274320" cy="274320"/>
          </a:xfrm>
          <a:prstGeom prst="ellipse">
            <a:avLst/>
          </a:prstGeom>
          <a:solidFill>
            <a:srgbClr val="E9CDD3"/>
          </a:solidFill>
          <a:ln w="12700">
            <a:solidFill>
              <a:srgbClr val="E9CDD3"/>
            </a:solidFill>
            <a:prstDash val="solid"/>
          </a:ln>
        </p:spPr>
        <p:txBody>
          <a:bodyPr/>
          <a:lstStyle/>
          <a:p>
            <a:endParaRPr lang="en-US"/>
          </a:p>
        </p:txBody>
      </p:sp>
      <p:sp>
        <p:nvSpPr>
          <p:cNvPr id="48" name="Shape 45"/>
          <p:cNvSpPr/>
          <p:nvPr/>
        </p:nvSpPr>
        <p:spPr>
          <a:xfrm>
            <a:off x="1316736" y="2596896"/>
            <a:ext cx="274320" cy="274320"/>
          </a:xfrm>
          <a:prstGeom prst="ellipse">
            <a:avLst/>
          </a:prstGeom>
          <a:solidFill>
            <a:srgbClr val="E9CDD3"/>
          </a:solidFill>
          <a:ln w="12700">
            <a:solidFill>
              <a:srgbClr val="E9CDD3"/>
            </a:solidFill>
            <a:prstDash val="solid"/>
          </a:ln>
        </p:spPr>
        <p:txBody>
          <a:bodyPr/>
          <a:lstStyle/>
          <a:p>
            <a:endParaRPr lang="en-US"/>
          </a:p>
        </p:txBody>
      </p:sp>
      <p:sp>
        <p:nvSpPr>
          <p:cNvPr id="49" name="Shape 46"/>
          <p:cNvSpPr/>
          <p:nvPr/>
        </p:nvSpPr>
        <p:spPr>
          <a:xfrm>
            <a:off x="1700784" y="2596896"/>
            <a:ext cx="274320" cy="274320"/>
          </a:xfrm>
          <a:prstGeom prst="ellipse">
            <a:avLst/>
          </a:prstGeom>
          <a:solidFill>
            <a:srgbClr val="E9CDD3"/>
          </a:solidFill>
          <a:ln w="12700">
            <a:solidFill>
              <a:srgbClr val="E9CDD3"/>
            </a:solidFill>
            <a:prstDash val="solid"/>
          </a:ln>
        </p:spPr>
        <p:txBody>
          <a:bodyPr/>
          <a:lstStyle/>
          <a:p>
            <a:endParaRPr lang="en-US"/>
          </a:p>
        </p:txBody>
      </p:sp>
      <p:sp>
        <p:nvSpPr>
          <p:cNvPr id="50" name="Shape 47"/>
          <p:cNvSpPr/>
          <p:nvPr/>
        </p:nvSpPr>
        <p:spPr>
          <a:xfrm>
            <a:off x="2084832" y="2596896"/>
            <a:ext cx="274320" cy="274320"/>
          </a:xfrm>
          <a:prstGeom prst="ellipse">
            <a:avLst/>
          </a:prstGeom>
          <a:solidFill>
            <a:srgbClr val="E9CDD3"/>
          </a:solidFill>
          <a:ln w="12700">
            <a:solidFill>
              <a:srgbClr val="E9CDD3"/>
            </a:solidFill>
            <a:prstDash val="solid"/>
          </a:ln>
        </p:spPr>
        <p:txBody>
          <a:bodyPr/>
          <a:lstStyle/>
          <a:p>
            <a:endParaRPr lang="en-US"/>
          </a:p>
        </p:txBody>
      </p:sp>
      <p:sp>
        <p:nvSpPr>
          <p:cNvPr id="51" name="Shape 48"/>
          <p:cNvSpPr/>
          <p:nvPr/>
        </p:nvSpPr>
        <p:spPr>
          <a:xfrm>
            <a:off x="2468880" y="2596896"/>
            <a:ext cx="274320" cy="274320"/>
          </a:xfrm>
          <a:prstGeom prst="ellipse">
            <a:avLst/>
          </a:prstGeom>
          <a:solidFill>
            <a:srgbClr val="E9CDD3"/>
          </a:solidFill>
          <a:ln w="12700">
            <a:solidFill>
              <a:srgbClr val="E9CDD3"/>
            </a:solidFill>
            <a:prstDash val="solid"/>
          </a:ln>
        </p:spPr>
        <p:txBody>
          <a:bodyPr/>
          <a:lstStyle/>
          <a:p>
            <a:endParaRPr lang="en-US"/>
          </a:p>
        </p:txBody>
      </p:sp>
      <p:sp>
        <p:nvSpPr>
          <p:cNvPr id="52" name="Shape 49"/>
          <p:cNvSpPr/>
          <p:nvPr/>
        </p:nvSpPr>
        <p:spPr>
          <a:xfrm>
            <a:off x="2852928" y="2596896"/>
            <a:ext cx="274320" cy="274320"/>
          </a:xfrm>
          <a:prstGeom prst="ellipse">
            <a:avLst/>
          </a:prstGeom>
          <a:solidFill>
            <a:srgbClr val="E9CDD3"/>
          </a:solidFill>
          <a:ln w="12700">
            <a:solidFill>
              <a:srgbClr val="E9CDD3"/>
            </a:solidFill>
            <a:prstDash val="solid"/>
          </a:ln>
        </p:spPr>
        <p:txBody>
          <a:bodyPr/>
          <a:lstStyle/>
          <a:p>
            <a:endParaRPr lang="en-US"/>
          </a:p>
        </p:txBody>
      </p:sp>
      <p:sp>
        <p:nvSpPr>
          <p:cNvPr id="53" name="Shape 50"/>
          <p:cNvSpPr/>
          <p:nvPr/>
        </p:nvSpPr>
        <p:spPr>
          <a:xfrm>
            <a:off x="3236976" y="2596896"/>
            <a:ext cx="274320" cy="274320"/>
          </a:xfrm>
          <a:prstGeom prst="ellipse">
            <a:avLst/>
          </a:prstGeom>
          <a:solidFill>
            <a:srgbClr val="E9CDD3"/>
          </a:solidFill>
          <a:ln w="12700">
            <a:solidFill>
              <a:srgbClr val="E9CDD3"/>
            </a:solidFill>
            <a:prstDash val="solid"/>
          </a:ln>
        </p:spPr>
        <p:txBody>
          <a:bodyPr/>
          <a:lstStyle/>
          <a:p>
            <a:endParaRPr lang="en-US"/>
          </a:p>
        </p:txBody>
      </p:sp>
      <p:sp>
        <p:nvSpPr>
          <p:cNvPr id="54" name="Shape 51"/>
          <p:cNvSpPr/>
          <p:nvPr/>
        </p:nvSpPr>
        <p:spPr>
          <a:xfrm>
            <a:off x="3621024" y="2596896"/>
            <a:ext cx="274320" cy="274320"/>
          </a:xfrm>
          <a:prstGeom prst="ellipse">
            <a:avLst/>
          </a:prstGeom>
          <a:solidFill>
            <a:srgbClr val="E9CDD3"/>
          </a:solidFill>
          <a:ln w="12700">
            <a:solidFill>
              <a:srgbClr val="E9CDD3"/>
            </a:solidFill>
            <a:prstDash val="solid"/>
          </a:ln>
        </p:spPr>
        <p:txBody>
          <a:bodyPr/>
          <a:lstStyle/>
          <a:p>
            <a:endParaRPr lang="en-US"/>
          </a:p>
        </p:txBody>
      </p:sp>
      <p:sp>
        <p:nvSpPr>
          <p:cNvPr id="55" name="Shape 52"/>
          <p:cNvSpPr/>
          <p:nvPr/>
        </p:nvSpPr>
        <p:spPr>
          <a:xfrm>
            <a:off x="4005072" y="2596896"/>
            <a:ext cx="274320" cy="274320"/>
          </a:xfrm>
          <a:prstGeom prst="ellipse">
            <a:avLst/>
          </a:prstGeom>
          <a:solidFill>
            <a:srgbClr val="E9CDD3"/>
          </a:solidFill>
          <a:ln w="12700">
            <a:solidFill>
              <a:srgbClr val="E9CDD3"/>
            </a:solidFill>
            <a:prstDash val="solid"/>
          </a:ln>
        </p:spPr>
        <p:txBody>
          <a:bodyPr/>
          <a:lstStyle/>
          <a:p>
            <a:endParaRPr lang="en-US"/>
          </a:p>
        </p:txBody>
      </p:sp>
      <p:sp>
        <p:nvSpPr>
          <p:cNvPr id="56" name="Shape 53"/>
          <p:cNvSpPr/>
          <p:nvPr/>
        </p:nvSpPr>
        <p:spPr>
          <a:xfrm>
            <a:off x="548640" y="2926080"/>
            <a:ext cx="274320" cy="274320"/>
          </a:xfrm>
          <a:prstGeom prst="ellipse">
            <a:avLst/>
          </a:prstGeom>
          <a:solidFill>
            <a:srgbClr val="E9CDD3"/>
          </a:solidFill>
          <a:ln w="12700">
            <a:solidFill>
              <a:srgbClr val="E9CDD3"/>
            </a:solidFill>
            <a:prstDash val="solid"/>
          </a:ln>
        </p:spPr>
        <p:txBody>
          <a:bodyPr/>
          <a:lstStyle/>
          <a:p>
            <a:endParaRPr lang="en-US"/>
          </a:p>
        </p:txBody>
      </p:sp>
      <p:sp>
        <p:nvSpPr>
          <p:cNvPr id="57" name="Shape 54"/>
          <p:cNvSpPr/>
          <p:nvPr/>
        </p:nvSpPr>
        <p:spPr>
          <a:xfrm>
            <a:off x="932688" y="2926080"/>
            <a:ext cx="274320" cy="274320"/>
          </a:xfrm>
          <a:prstGeom prst="ellipse">
            <a:avLst/>
          </a:prstGeom>
          <a:solidFill>
            <a:srgbClr val="E9CDD3"/>
          </a:solidFill>
          <a:ln w="12700">
            <a:solidFill>
              <a:srgbClr val="E9CDD3"/>
            </a:solidFill>
            <a:prstDash val="solid"/>
          </a:ln>
        </p:spPr>
        <p:txBody>
          <a:bodyPr/>
          <a:lstStyle/>
          <a:p>
            <a:endParaRPr lang="en-US"/>
          </a:p>
        </p:txBody>
      </p:sp>
      <p:sp>
        <p:nvSpPr>
          <p:cNvPr id="58" name="Shape 55"/>
          <p:cNvSpPr/>
          <p:nvPr/>
        </p:nvSpPr>
        <p:spPr>
          <a:xfrm>
            <a:off x="1316736" y="2926080"/>
            <a:ext cx="274320" cy="274320"/>
          </a:xfrm>
          <a:prstGeom prst="ellipse">
            <a:avLst/>
          </a:prstGeom>
          <a:solidFill>
            <a:srgbClr val="E9CDD3"/>
          </a:solidFill>
          <a:ln w="12700">
            <a:solidFill>
              <a:srgbClr val="E9CDD3"/>
            </a:solidFill>
            <a:prstDash val="solid"/>
          </a:ln>
        </p:spPr>
        <p:txBody>
          <a:bodyPr/>
          <a:lstStyle/>
          <a:p>
            <a:endParaRPr lang="en-US"/>
          </a:p>
        </p:txBody>
      </p:sp>
      <p:sp>
        <p:nvSpPr>
          <p:cNvPr id="59" name="Shape 56"/>
          <p:cNvSpPr/>
          <p:nvPr/>
        </p:nvSpPr>
        <p:spPr>
          <a:xfrm>
            <a:off x="1700784" y="2926080"/>
            <a:ext cx="274320" cy="274320"/>
          </a:xfrm>
          <a:prstGeom prst="ellipse">
            <a:avLst/>
          </a:prstGeom>
          <a:solidFill>
            <a:srgbClr val="E9CDD3"/>
          </a:solidFill>
          <a:ln w="12700">
            <a:solidFill>
              <a:srgbClr val="E9CDD3"/>
            </a:solidFill>
            <a:prstDash val="solid"/>
          </a:ln>
        </p:spPr>
        <p:txBody>
          <a:bodyPr/>
          <a:lstStyle/>
          <a:p>
            <a:endParaRPr lang="en-US"/>
          </a:p>
        </p:txBody>
      </p:sp>
      <p:sp>
        <p:nvSpPr>
          <p:cNvPr id="60" name="Shape 57"/>
          <p:cNvSpPr/>
          <p:nvPr/>
        </p:nvSpPr>
        <p:spPr>
          <a:xfrm>
            <a:off x="2084832" y="2926080"/>
            <a:ext cx="274320" cy="274320"/>
          </a:xfrm>
          <a:prstGeom prst="ellipse">
            <a:avLst/>
          </a:prstGeom>
          <a:solidFill>
            <a:srgbClr val="E9CDD3"/>
          </a:solidFill>
          <a:ln w="12700">
            <a:solidFill>
              <a:srgbClr val="E9CDD3"/>
            </a:solidFill>
            <a:prstDash val="solid"/>
          </a:ln>
        </p:spPr>
        <p:txBody>
          <a:bodyPr/>
          <a:lstStyle/>
          <a:p>
            <a:endParaRPr lang="en-US"/>
          </a:p>
        </p:txBody>
      </p:sp>
      <p:sp>
        <p:nvSpPr>
          <p:cNvPr id="61" name="Shape 58"/>
          <p:cNvSpPr/>
          <p:nvPr/>
        </p:nvSpPr>
        <p:spPr>
          <a:xfrm>
            <a:off x="2468880" y="2926080"/>
            <a:ext cx="274320" cy="274320"/>
          </a:xfrm>
          <a:prstGeom prst="ellipse">
            <a:avLst/>
          </a:prstGeom>
          <a:solidFill>
            <a:srgbClr val="E9CDD3"/>
          </a:solidFill>
          <a:ln w="12700">
            <a:solidFill>
              <a:srgbClr val="E9CDD3"/>
            </a:solidFill>
            <a:prstDash val="solid"/>
          </a:ln>
        </p:spPr>
        <p:txBody>
          <a:bodyPr/>
          <a:lstStyle/>
          <a:p>
            <a:endParaRPr lang="en-US"/>
          </a:p>
        </p:txBody>
      </p:sp>
      <p:sp>
        <p:nvSpPr>
          <p:cNvPr id="62" name="Shape 59"/>
          <p:cNvSpPr/>
          <p:nvPr/>
        </p:nvSpPr>
        <p:spPr>
          <a:xfrm>
            <a:off x="2852928" y="2926080"/>
            <a:ext cx="274320" cy="274320"/>
          </a:xfrm>
          <a:prstGeom prst="ellipse">
            <a:avLst/>
          </a:prstGeom>
          <a:solidFill>
            <a:srgbClr val="E9CDD3"/>
          </a:solidFill>
          <a:ln w="12700">
            <a:solidFill>
              <a:srgbClr val="E9CDD3"/>
            </a:solidFill>
            <a:prstDash val="solid"/>
          </a:ln>
        </p:spPr>
        <p:txBody>
          <a:bodyPr/>
          <a:lstStyle/>
          <a:p>
            <a:endParaRPr lang="en-US"/>
          </a:p>
        </p:txBody>
      </p:sp>
      <p:sp>
        <p:nvSpPr>
          <p:cNvPr id="63" name="Shape 60"/>
          <p:cNvSpPr/>
          <p:nvPr/>
        </p:nvSpPr>
        <p:spPr>
          <a:xfrm>
            <a:off x="3236976" y="2926080"/>
            <a:ext cx="274320" cy="274320"/>
          </a:xfrm>
          <a:prstGeom prst="ellipse">
            <a:avLst/>
          </a:prstGeom>
          <a:solidFill>
            <a:srgbClr val="E9CDD3"/>
          </a:solidFill>
          <a:ln w="12700">
            <a:solidFill>
              <a:srgbClr val="E9CDD3"/>
            </a:solidFill>
            <a:prstDash val="solid"/>
          </a:ln>
        </p:spPr>
        <p:txBody>
          <a:bodyPr/>
          <a:lstStyle/>
          <a:p>
            <a:endParaRPr lang="en-US"/>
          </a:p>
        </p:txBody>
      </p:sp>
      <p:sp>
        <p:nvSpPr>
          <p:cNvPr id="64" name="Shape 61"/>
          <p:cNvSpPr/>
          <p:nvPr/>
        </p:nvSpPr>
        <p:spPr>
          <a:xfrm>
            <a:off x="3621024" y="2926080"/>
            <a:ext cx="274320" cy="274320"/>
          </a:xfrm>
          <a:prstGeom prst="ellipse">
            <a:avLst/>
          </a:prstGeom>
          <a:solidFill>
            <a:srgbClr val="E9CDD3"/>
          </a:solidFill>
          <a:ln w="12700">
            <a:solidFill>
              <a:srgbClr val="E9CDD3"/>
            </a:solidFill>
            <a:prstDash val="solid"/>
          </a:ln>
        </p:spPr>
        <p:txBody>
          <a:bodyPr/>
          <a:lstStyle/>
          <a:p>
            <a:endParaRPr lang="en-US"/>
          </a:p>
        </p:txBody>
      </p:sp>
      <p:sp>
        <p:nvSpPr>
          <p:cNvPr id="65" name="Shape 62"/>
          <p:cNvSpPr/>
          <p:nvPr/>
        </p:nvSpPr>
        <p:spPr>
          <a:xfrm>
            <a:off x="4005072" y="2926080"/>
            <a:ext cx="274320" cy="274320"/>
          </a:xfrm>
          <a:prstGeom prst="ellipse">
            <a:avLst/>
          </a:prstGeom>
          <a:solidFill>
            <a:srgbClr val="E9CDD3"/>
          </a:solidFill>
          <a:ln w="12700">
            <a:solidFill>
              <a:srgbClr val="E9CDD3"/>
            </a:solidFill>
            <a:prstDash val="solid"/>
          </a:ln>
        </p:spPr>
        <p:txBody>
          <a:bodyPr/>
          <a:lstStyle/>
          <a:p>
            <a:endParaRPr lang="en-US"/>
          </a:p>
        </p:txBody>
      </p:sp>
      <p:sp>
        <p:nvSpPr>
          <p:cNvPr id="66" name="Shape 63"/>
          <p:cNvSpPr/>
          <p:nvPr/>
        </p:nvSpPr>
        <p:spPr>
          <a:xfrm>
            <a:off x="548640" y="3255264"/>
            <a:ext cx="274320" cy="274320"/>
          </a:xfrm>
          <a:prstGeom prst="ellipse">
            <a:avLst/>
          </a:prstGeom>
          <a:solidFill>
            <a:srgbClr val="E9CDD3"/>
          </a:solidFill>
          <a:ln w="12700">
            <a:solidFill>
              <a:srgbClr val="E9CDD3"/>
            </a:solidFill>
            <a:prstDash val="solid"/>
          </a:ln>
        </p:spPr>
        <p:txBody>
          <a:bodyPr/>
          <a:lstStyle/>
          <a:p>
            <a:endParaRPr lang="en-US"/>
          </a:p>
        </p:txBody>
      </p:sp>
      <p:sp>
        <p:nvSpPr>
          <p:cNvPr id="67" name="Shape 64"/>
          <p:cNvSpPr/>
          <p:nvPr/>
        </p:nvSpPr>
        <p:spPr>
          <a:xfrm>
            <a:off x="932688" y="3255264"/>
            <a:ext cx="274320" cy="274320"/>
          </a:xfrm>
          <a:prstGeom prst="ellipse">
            <a:avLst/>
          </a:prstGeom>
          <a:solidFill>
            <a:srgbClr val="E9CDD3"/>
          </a:solidFill>
          <a:ln w="12700">
            <a:solidFill>
              <a:srgbClr val="E9CDD3"/>
            </a:solidFill>
            <a:prstDash val="solid"/>
          </a:ln>
        </p:spPr>
        <p:txBody>
          <a:bodyPr/>
          <a:lstStyle/>
          <a:p>
            <a:endParaRPr lang="en-US"/>
          </a:p>
        </p:txBody>
      </p:sp>
      <p:sp>
        <p:nvSpPr>
          <p:cNvPr id="68" name="Shape 65"/>
          <p:cNvSpPr/>
          <p:nvPr/>
        </p:nvSpPr>
        <p:spPr>
          <a:xfrm>
            <a:off x="1316736" y="3255264"/>
            <a:ext cx="274320" cy="274320"/>
          </a:xfrm>
          <a:prstGeom prst="ellipse">
            <a:avLst/>
          </a:prstGeom>
          <a:solidFill>
            <a:srgbClr val="E9CDD3"/>
          </a:solidFill>
          <a:ln w="12700">
            <a:solidFill>
              <a:srgbClr val="E9CDD3"/>
            </a:solidFill>
            <a:prstDash val="solid"/>
          </a:ln>
        </p:spPr>
        <p:txBody>
          <a:bodyPr/>
          <a:lstStyle/>
          <a:p>
            <a:endParaRPr lang="en-US"/>
          </a:p>
        </p:txBody>
      </p:sp>
      <p:sp>
        <p:nvSpPr>
          <p:cNvPr id="69" name="Shape 66"/>
          <p:cNvSpPr/>
          <p:nvPr/>
        </p:nvSpPr>
        <p:spPr>
          <a:xfrm>
            <a:off x="1700784" y="3255264"/>
            <a:ext cx="274320" cy="274320"/>
          </a:xfrm>
          <a:prstGeom prst="ellipse">
            <a:avLst/>
          </a:prstGeom>
          <a:solidFill>
            <a:srgbClr val="E9CDD3"/>
          </a:solidFill>
          <a:ln w="12700">
            <a:solidFill>
              <a:srgbClr val="E9CDD3"/>
            </a:solidFill>
            <a:prstDash val="solid"/>
          </a:ln>
        </p:spPr>
        <p:txBody>
          <a:bodyPr/>
          <a:lstStyle/>
          <a:p>
            <a:endParaRPr lang="en-US"/>
          </a:p>
        </p:txBody>
      </p:sp>
      <p:sp>
        <p:nvSpPr>
          <p:cNvPr id="70" name="Shape 67"/>
          <p:cNvSpPr/>
          <p:nvPr/>
        </p:nvSpPr>
        <p:spPr>
          <a:xfrm>
            <a:off x="2084832" y="3255264"/>
            <a:ext cx="274320" cy="274320"/>
          </a:xfrm>
          <a:prstGeom prst="ellipse">
            <a:avLst/>
          </a:prstGeom>
          <a:solidFill>
            <a:srgbClr val="E9CDD3"/>
          </a:solidFill>
          <a:ln w="12700">
            <a:solidFill>
              <a:srgbClr val="E9CDD3"/>
            </a:solidFill>
            <a:prstDash val="solid"/>
          </a:ln>
        </p:spPr>
        <p:txBody>
          <a:bodyPr/>
          <a:lstStyle/>
          <a:p>
            <a:endParaRPr lang="en-US"/>
          </a:p>
        </p:txBody>
      </p:sp>
      <p:sp>
        <p:nvSpPr>
          <p:cNvPr id="71" name="Shape 68"/>
          <p:cNvSpPr/>
          <p:nvPr/>
        </p:nvSpPr>
        <p:spPr>
          <a:xfrm>
            <a:off x="2468880" y="3255264"/>
            <a:ext cx="274320" cy="274320"/>
          </a:xfrm>
          <a:prstGeom prst="ellipse">
            <a:avLst/>
          </a:prstGeom>
          <a:solidFill>
            <a:srgbClr val="E9CDD3"/>
          </a:solidFill>
          <a:ln w="12700">
            <a:solidFill>
              <a:srgbClr val="E9CDD3"/>
            </a:solidFill>
            <a:prstDash val="solid"/>
          </a:ln>
        </p:spPr>
        <p:txBody>
          <a:bodyPr/>
          <a:lstStyle/>
          <a:p>
            <a:endParaRPr lang="en-US"/>
          </a:p>
        </p:txBody>
      </p:sp>
      <p:sp>
        <p:nvSpPr>
          <p:cNvPr id="72" name="Shape 69"/>
          <p:cNvSpPr/>
          <p:nvPr/>
        </p:nvSpPr>
        <p:spPr>
          <a:xfrm>
            <a:off x="2852928" y="3255264"/>
            <a:ext cx="274320" cy="274320"/>
          </a:xfrm>
          <a:prstGeom prst="ellipse">
            <a:avLst/>
          </a:prstGeom>
          <a:solidFill>
            <a:srgbClr val="E9CDD3"/>
          </a:solidFill>
          <a:ln w="12700">
            <a:solidFill>
              <a:srgbClr val="E9CDD3"/>
            </a:solidFill>
            <a:prstDash val="solid"/>
          </a:ln>
        </p:spPr>
        <p:txBody>
          <a:bodyPr/>
          <a:lstStyle/>
          <a:p>
            <a:endParaRPr lang="en-US"/>
          </a:p>
        </p:txBody>
      </p:sp>
      <p:sp>
        <p:nvSpPr>
          <p:cNvPr id="73" name="Shape 70"/>
          <p:cNvSpPr/>
          <p:nvPr/>
        </p:nvSpPr>
        <p:spPr>
          <a:xfrm>
            <a:off x="3236976" y="3255264"/>
            <a:ext cx="274320" cy="274320"/>
          </a:xfrm>
          <a:prstGeom prst="ellipse">
            <a:avLst/>
          </a:prstGeom>
          <a:solidFill>
            <a:srgbClr val="E9CDD3"/>
          </a:solidFill>
          <a:ln w="12700">
            <a:solidFill>
              <a:srgbClr val="E9CDD3"/>
            </a:solidFill>
            <a:prstDash val="solid"/>
          </a:ln>
        </p:spPr>
        <p:txBody>
          <a:bodyPr/>
          <a:lstStyle/>
          <a:p>
            <a:endParaRPr lang="en-US"/>
          </a:p>
        </p:txBody>
      </p:sp>
      <p:sp>
        <p:nvSpPr>
          <p:cNvPr id="74" name="Shape 71"/>
          <p:cNvSpPr/>
          <p:nvPr/>
        </p:nvSpPr>
        <p:spPr>
          <a:xfrm>
            <a:off x="3621024" y="3255264"/>
            <a:ext cx="274320" cy="274320"/>
          </a:xfrm>
          <a:prstGeom prst="ellipse">
            <a:avLst/>
          </a:prstGeom>
          <a:solidFill>
            <a:srgbClr val="E9CDD3"/>
          </a:solidFill>
          <a:ln w="12700">
            <a:solidFill>
              <a:srgbClr val="E9CDD3"/>
            </a:solidFill>
            <a:prstDash val="solid"/>
          </a:ln>
        </p:spPr>
        <p:txBody>
          <a:bodyPr/>
          <a:lstStyle/>
          <a:p>
            <a:endParaRPr lang="en-US"/>
          </a:p>
        </p:txBody>
      </p:sp>
      <p:sp>
        <p:nvSpPr>
          <p:cNvPr id="75" name="Shape 72"/>
          <p:cNvSpPr/>
          <p:nvPr/>
        </p:nvSpPr>
        <p:spPr>
          <a:xfrm>
            <a:off x="4005072" y="3255264"/>
            <a:ext cx="274320" cy="274320"/>
          </a:xfrm>
          <a:prstGeom prst="ellipse">
            <a:avLst/>
          </a:prstGeom>
          <a:solidFill>
            <a:srgbClr val="E9CDD3"/>
          </a:solidFill>
          <a:ln w="12700">
            <a:solidFill>
              <a:srgbClr val="E9CDD3"/>
            </a:solidFill>
            <a:prstDash val="solid"/>
          </a:ln>
        </p:spPr>
        <p:txBody>
          <a:bodyPr/>
          <a:lstStyle/>
          <a:p>
            <a:endParaRPr lang="en-US"/>
          </a:p>
        </p:txBody>
      </p:sp>
      <p:sp>
        <p:nvSpPr>
          <p:cNvPr id="76" name="Shape 73"/>
          <p:cNvSpPr/>
          <p:nvPr/>
        </p:nvSpPr>
        <p:spPr>
          <a:xfrm>
            <a:off x="548640" y="3584448"/>
            <a:ext cx="274320" cy="274320"/>
          </a:xfrm>
          <a:prstGeom prst="ellipse">
            <a:avLst/>
          </a:prstGeom>
          <a:solidFill>
            <a:srgbClr val="E9CDD3"/>
          </a:solidFill>
          <a:ln w="12700">
            <a:solidFill>
              <a:srgbClr val="E9CDD3"/>
            </a:solidFill>
            <a:prstDash val="solid"/>
          </a:ln>
        </p:spPr>
        <p:txBody>
          <a:bodyPr/>
          <a:lstStyle/>
          <a:p>
            <a:endParaRPr lang="en-US"/>
          </a:p>
        </p:txBody>
      </p:sp>
      <p:sp>
        <p:nvSpPr>
          <p:cNvPr id="77" name="Shape 74"/>
          <p:cNvSpPr/>
          <p:nvPr/>
        </p:nvSpPr>
        <p:spPr>
          <a:xfrm>
            <a:off x="932688" y="3584448"/>
            <a:ext cx="274320" cy="274320"/>
          </a:xfrm>
          <a:prstGeom prst="ellipse">
            <a:avLst/>
          </a:prstGeom>
          <a:solidFill>
            <a:srgbClr val="E9CDD3"/>
          </a:solidFill>
          <a:ln w="12700">
            <a:solidFill>
              <a:srgbClr val="E9CDD3"/>
            </a:solidFill>
            <a:prstDash val="solid"/>
          </a:ln>
        </p:spPr>
        <p:txBody>
          <a:bodyPr/>
          <a:lstStyle/>
          <a:p>
            <a:endParaRPr lang="en-US"/>
          </a:p>
        </p:txBody>
      </p:sp>
      <p:sp>
        <p:nvSpPr>
          <p:cNvPr id="78" name="Shape 75"/>
          <p:cNvSpPr/>
          <p:nvPr/>
        </p:nvSpPr>
        <p:spPr>
          <a:xfrm>
            <a:off x="1316736" y="3584448"/>
            <a:ext cx="274320" cy="274320"/>
          </a:xfrm>
          <a:prstGeom prst="ellipse">
            <a:avLst/>
          </a:prstGeom>
          <a:solidFill>
            <a:srgbClr val="E9CDD3"/>
          </a:solidFill>
          <a:ln w="12700">
            <a:solidFill>
              <a:srgbClr val="E9CDD3"/>
            </a:solidFill>
            <a:prstDash val="solid"/>
          </a:ln>
        </p:spPr>
        <p:txBody>
          <a:bodyPr/>
          <a:lstStyle/>
          <a:p>
            <a:endParaRPr lang="en-US"/>
          </a:p>
        </p:txBody>
      </p:sp>
      <p:sp>
        <p:nvSpPr>
          <p:cNvPr id="79" name="Shape 76"/>
          <p:cNvSpPr/>
          <p:nvPr/>
        </p:nvSpPr>
        <p:spPr>
          <a:xfrm>
            <a:off x="1700784" y="3584448"/>
            <a:ext cx="274320" cy="274320"/>
          </a:xfrm>
          <a:prstGeom prst="ellipse">
            <a:avLst/>
          </a:prstGeom>
          <a:solidFill>
            <a:srgbClr val="E9CDD3"/>
          </a:solidFill>
          <a:ln w="12700">
            <a:solidFill>
              <a:srgbClr val="E9CDD3"/>
            </a:solidFill>
            <a:prstDash val="solid"/>
          </a:ln>
        </p:spPr>
        <p:txBody>
          <a:bodyPr/>
          <a:lstStyle/>
          <a:p>
            <a:endParaRPr lang="en-US"/>
          </a:p>
        </p:txBody>
      </p:sp>
      <p:sp>
        <p:nvSpPr>
          <p:cNvPr id="80" name="Shape 77"/>
          <p:cNvSpPr/>
          <p:nvPr/>
        </p:nvSpPr>
        <p:spPr>
          <a:xfrm>
            <a:off x="2084832" y="3584448"/>
            <a:ext cx="274320" cy="274320"/>
          </a:xfrm>
          <a:prstGeom prst="ellipse">
            <a:avLst/>
          </a:prstGeom>
          <a:solidFill>
            <a:srgbClr val="E9CDD3"/>
          </a:solidFill>
          <a:ln w="12700">
            <a:solidFill>
              <a:srgbClr val="E9CDD3"/>
            </a:solidFill>
            <a:prstDash val="solid"/>
          </a:ln>
        </p:spPr>
        <p:txBody>
          <a:bodyPr/>
          <a:lstStyle/>
          <a:p>
            <a:endParaRPr lang="en-US"/>
          </a:p>
        </p:txBody>
      </p:sp>
      <p:sp>
        <p:nvSpPr>
          <p:cNvPr id="81" name="Shape 78"/>
          <p:cNvSpPr/>
          <p:nvPr/>
        </p:nvSpPr>
        <p:spPr>
          <a:xfrm>
            <a:off x="2468880" y="3584448"/>
            <a:ext cx="274320" cy="274320"/>
          </a:xfrm>
          <a:prstGeom prst="ellipse">
            <a:avLst/>
          </a:prstGeom>
          <a:solidFill>
            <a:srgbClr val="E9CDD3"/>
          </a:solidFill>
          <a:ln w="12700">
            <a:solidFill>
              <a:srgbClr val="E9CDD3"/>
            </a:solidFill>
            <a:prstDash val="solid"/>
          </a:ln>
        </p:spPr>
        <p:txBody>
          <a:bodyPr/>
          <a:lstStyle/>
          <a:p>
            <a:endParaRPr lang="en-US"/>
          </a:p>
        </p:txBody>
      </p:sp>
      <p:sp>
        <p:nvSpPr>
          <p:cNvPr id="82" name="Shape 79"/>
          <p:cNvSpPr/>
          <p:nvPr/>
        </p:nvSpPr>
        <p:spPr>
          <a:xfrm>
            <a:off x="2852928" y="3584448"/>
            <a:ext cx="274320" cy="274320"/>
          </a:xfrm>
          <a:prstGeom prst="ellipse">
            <a:avLst/>
          </a:prstGeom>
          <a:solidFill>
            <a:srgbClr val="E9CDD3"/>
          </a:solidFill>
          <a:ln w="12700">
            <a:solidFill>
              <a:srgbClr val="E9CDD3"/>
            </a:solidFill>
            <a:prstDash val="solid"/>
          </a:ln>
        </p:spPr>
        <p:txBody>
          <a:bodyPr/>
          <a:lstStyle/>
          <a:p>
            <a:endParaRPr lang="en-US"/>
          </a:p>
        </p:txBody>
      </p:sp>
      <p:sp>
        <p:nvSpPr>
          <p:cNvPr id="83" name="Shape 80"/>
          <p:cNvSpPr/>
          <p:nvPr/>
        </p:nvSpPr>
        <p:spPr>
          <a:xfrm>
            <a:off x="3236976" y="3584448"/>
            <a:ext cx="274320" cy="274320"/>
          </a:xfrm>
          <a:prstGeom prst="ellipse">
            <a:avLst/>
          </a:prstGeom>
          <a:solidFill>
            <a:srgbClr val="E9CDD3"/>
          </a:solidFill>
          <a:ln w="12700">
            <a:solidFill>
              <a:srgbClr val="E9CDD3"/>
            </a:solidFill>
            <a:prstDash val="solid"/>
          </a:ln>
        </p:spPr>
        <p:txBody>
          <a:bodyPr/>
          <a:lstStyle/>
          <a:p>
            <a:endParaRPr lang="en-US"/>
          </a:p>
        </p:txBody>
      </p:sp>
      <p:sp>
        <p:nvSpPr>
          <p:cNvPr id="84" name="Shape 81"/>
          <p:cNvSpPr/>
          <p:nvPr/>
        </p:nvSpPr>
        <p:spPr>
          <a:xfrm>
            <a:off x="3621024" y="3584448"/>
            <a:ext cx="274320" cy="274320"/>
          </a:xfrm>
          <a:prstGeom prst="ellipse">
            <a:avLst/>
          </a:prstGeom>
          <a:solidFill>
            <a:srgbClr val="E9CDD3"/>
          </a:solidFill>
          <a:ln w="12700">
            <a:solidFill>
              <a:srgbClr val="E9CDD3"/>
            </a:solidFill>
            <a:prstDash val="solid"/>
          </a:ln>
        </p:spPr>
        <p:txBody>
          <a:bodyPr/>
          <a:lstStyle/>
          <a:p>
            <a:endParaRPr lang="en-US"/>
          </a:p>
        </p:txBody>
      </p:sp>
      <p:sp>
        <p:nvSpPr>
          <p:cNvPr id="85" name="Shape 82"/>
          <p:cNvSpPr/>
          <p:nvPr/>
        </p:nvSpPr>
        <p:spPr>
          <a:xfrm>
            <a:off x="4005072" y="3584448"/>
            <a:ext cx="274320" cy="274320"/>
          </a:xfrm>
          <a:prstGeom prst="ellipse">
            <a:avLst/>
          </a:prstGeom>
          <a:solidFill>
            <a:srgbClr val="E9CDD3"/>
          </a:solidFill>
          <a:ln w="12700">
            <a:solidFill>
              <a:srgbClr val="E9CDD3"/>
            </a:solidFill>
            <a:prstDash val="solid"/>
          </a:ln>
        </p:spPr>
        <p:txBody>
          <a:bodyPr/>
          <a:lstStyle/>
          <a:p>
            <a:endParaRPr lang="en-US"/>
          </a:p>
        </p:txBody>
      </p:sp>
      <p:sp>
        <p:nvSpPr>
          <p:cNvPr id="86" name="Shape 83"/>
          <p:cNvSpPr/>
          <p:nvPr/>
        </p:nvSpPr>
        <p:spPr>
          <a:xfrm>
            <a:off x="548640" y="3913632"/>
            <a:ext cx="274320" cy="274320"/>
          </a:xfrm>
          <a:prstGeom prst="ellipse">
            <a:avLst/>
          </a:prstGeom>
          <a:solidFill>
            <a:srgbClr val="E9CDD3"/>
          </a:solidFill>
          <a:ln w="12700">
            <a:solidFill>
              <a:srgbClr val="E9CDD3"/>
            </a:solidFill>
            <a:prstDash val="solid"/>
          </a:ln>
        </p:spPr>
        <p:txBody>
          <a:bodyPr/>
          <a:lstStyle/>
          <a:p>
            <a:endParaRPr lang="en-US"/>
          </a:p>
        </p:txBody>
      </p:sp>
      <p:sp>
        <p:nvSpPr>
          <p:cNvPr id="87" name="Shape 84"/>
          <p:cNvSpPr/>
          <p:nvPr/>
        </p:nvSpPr>
        <p:spPr>
          <a:xfrm>
            <a:off x="932688" y="3913632"/>
            <a:ext cx="274320" cy="274320"/>
          </a:xfrm>
          <a:prstGeom prst="ellipse">
            <a:avLst/>
          </a:prstGeom>
          <a:solidFill>
            <a:srgbClr val="E9CDD3"/>
          </a:solidFill>
          <a:ln w="12700">
            <a:solidFill>
              <a:srgbClr val="E9CDD3"/>
            </a:solidFill>
            <a:prstDash val="solid"/>
          </a:ln>
        </p:spPr>
        <p:txBody>
          <a:bodyPr/>
          <a:lstStyle/>
          <a:p>
            <a:endParaRPr lang="en-US"/>
          </a:p>
        </p:txBody>
      </p:sp>
      <p:sp>
        <p:nvSpPr>
          <p:cNvPr id="88" name="Shape 85"/>
          <p:cNvSpPr/>
          <p:nvPr/>
        </p:nvSpPr>
        <p:spPr>
          <a:xfrm>
            <a:off x="1316736" y="3913632"/>
            <a:ext cx="274320" cy="274320"/>
          </a:xfrm>
          <a:prstGeom prst="ellipse">
            <a:avLst/>
          </a:prstGeom>
          <a:solidFill>
            <a:srgbClr val="E9CDD3"/>
          </a:solidFill>
          <a:ln w="12700">
            <a:solidFill>
              <a:srgbClr val="E9CDD3"/>
            </a:solidFill>
            <a:prstDash val="solid"/>
          </a:ln>
        </p:spPr>
        <p:txBody>
          <a:bodyPr/>
          <a:lstStyle/>
          <a:p>
            <a:endParaRPr lang="en-US"/>
          </a:p>
        </p:txBody>
      </p:sp>
      <p:sp>
        <p:nvSpPr>
          <p:cNvPr id="89" name="Shape 86"/>
          <p:cNvSpPr/>
          <p:nvPr/>
        </p:nvSpPr>
        <p:spPr>
          <a:xfrm>
            <a:off x="1700784" y="3913632"/>
            <a:ext cx="274320" cy="274320"/>
          </a:xfrm>
          <a:prstGeom prst="ellipse">
            <a:avLst/>
          </a:prstGeom>
          <a:solidFill>
            <a:srgbClr val="E9CDD3"/>
          </a:solidFill>
          <a:ln w="12700">
            <a:solidFill>
              <a:srgbClr val="E9CDD3"/>
            </a:solidFill>
            <a:prstDash val="solid"/>
          </a:ln>
        </p:spPr>
        <p:txBody>
          <a:bodyPr/>
          <a:lstStyle/>
          <a:p>
            <a:endParaRPr lang="en-US"/>
          </a:p>
        </p:txBody>
      </p:sp>
      <p:sp>
        <p:nvSpPr>
          <p:cNvPr id="90" name="Shape 87"/>
          <p:cNvSpPr/>
          <p:nvPr/>
        </p:nvSpPr>
        <p:spPr>
          <a:xfrm>
            <a:off x="2084832" y="3913632"/>
            <a:ext cx="274320" cy="274320"/>
          </a:xfrm>
          <a:prstGeom prst="ellipse">
            <a:avLst/>
          </a:prstGeom>
          <a:solidFill>
            <a:srgbClr val="E9CDD3"/>
          </a:solidFill>
          <a:ln w="12700">
            <a:solidFill>
              <a:srgbClr val="E9CDD3"/>
            </a:solidFill>
            <a:prstDash val="solid"/>
          </a:ln>
        </p:spPr>
        <p:txBody>
          <a:bodyPr/>
          <a:lstStyle/>
          <a:p>
            <a:endParaRPr lang="en-US"/>
          </a:p>
        </p:txBody>
      </p:sp>
      <p:sp>
        <p:nvSpPr>
          <p:cNvPr id="91" name="Shape 88"/>
          <p:cNvSpPr/>
          <p:nvPr/>
        </p:nvSpPr>
        <p:spPr>
          <a:xfrm>
            <a:off x="2468880" y="3913632"/>
            <a:ext cx="274320" cy="274320"/>
          </a:xfrm>
          <a:prstGeom prst="ellipse">
            <a:avLst/>
          </a:prstGeom>
          <a:solidFill>
            <a:srgbClr val="E9CDD3"/>
          </a:solidFill>
          <a:ln w="12700">
            <a:solidFill>
              <a:srgbClr val="E9CDD3"/>
            </a:solidFill>
            <a:prstDash val="solid"/>
          </a:ln>
        </p:spPr>
        <p:txBody>
          <a:bodyPr/>
          <a:lstStyle/>
          <a:p>
            <a:endParaRPr lang="en-US"/>
          </a:p>
        </p:txBody>
      </p:sp>
      <p:sp>
        <p:nvSpPr>
          <p:cNvPr id="92" name="Shape 89"/>
          <p:cNvSpPr/>
          <p:nvPr/>
        </p:nvSpPr>
        <p:spPr>
          <a:xfrm>
            <a:off x="2852928" y="3913632"/>
            <a:ext cx="274320" cy="274320"/>
          </a:xfrm>
          <a:prstGeom prst="ellipse">
            <a:avLst/>
          </a:prstGeom>
          <a:solidFill>
            <a:srgbClr val="E9CDD3"/>
          </a:solidFill>
          <a:ln w="12700">
            <a:solidFill>
              <a:srgbClr val="E9CDD3"/>
            </a:solidFill>
            <a:prstDash val="solid"/>
          </a:ln>
        </p:spPr>
        <p:txBody>
          <a:bodyPr/>
          <a:lstStyle/>
          <a:p>
            <a:endParaRPr lang="en-US"/>
          </a:p>
        </p:txBody>
      </p:sp>
      <p:sp>
        <p:nvSpPr>
          <p:cNvPr id="93" name="Shape 90"/>
          <p:cNvSpPr/>
          <p:nvPr/>
        </p:nvSpPr>
        <p:spPr>
          <a:xfrm>
            <a:off x="3236976" y="3913632"/>
            <a:ext cx="274320" cy="274320"/>
          </a:xfrm>
          <a:prstGeom prst="ellipse">
            <a:avLst/>
          </a:prstGeom>
          <a:solidFill>
            <a:srgbClr val="E9CDD3"/>
          </a:solidFill>
          <a:ln w="12700">
            <a:solidFill>
              <a:srgbClr val="E9CDD3"/>
            </a:solidFill>
            <a:prstDash val="solid"/>
          </a:ln>
        </p:spPr>
        <p:txBody>
          <a:bodyPr/>
          <a:lstStyle/>
          <a:p>
            <a:endParaRPr lang="en-US"/>
          </a:p>
        </p:txBody>
      </p:sp>
      <p:sp>
        <p:nvSpPr>
          <p:cNvPr id="94" name="Shape 91"/>
          <p:cNvSpPr/>
          <p:nvPr/>
        </p:nvSpPr>
        <p:spPr>
          <a:xfrm>
            <a:off x="3621024" y="3913632"/>
            <a:ext cx="274320" cy="274320"/>
          </a:xfrm>
          <a:prstGeom prst="ellipse">
            <a:avLst/>
          </a:prstGeom>
          <a:solidFill>
            <a:srgbClr val="E9CDD3"/>
          </a:solidFill>
          <a:ln w="12700">
            <a:solidFill>
              <a:srgbClr val="E9CDD3"/>
            </a:solidFill>
            <a:prstDash val="solid"/>
          </a:ln>
        </p:spPr>
        <p:txBody>
          <a:bodyPr/>
          <a:lstStyle/>
          <a:p>
            <a:endParaRPr lang="en-US"/>
          </a:p>
        </p:txBody>
      </p:sp>
      <p:sp>
        <p:nvSpPr>
          <p:cNvPr id="95" name="Shape 92"/>
          <p:cNvSpPr/>
          <p:nvPr/>
        </p:nvSpPr>
        <p:spPr>
          <a:xfrm>
            <a:off x="4005072" y="3913632"/>
            <a:ext cx="274320" cy="274320"/>
          </a:xfrm>
          <a:prstGeom prst="ellipse">
            <a:avLst/>
          </a:prstGeom>
          <a:solidFill>
            <a:srgbClr val="E9CDD3"/>
          </a:solidFill>
          <a:ln w="12700">
            <a:solidFill>
              <a:srgbClr val="E9CDD3"/>
            </a:solidFill>
            <a:prstDash val="solid"/>
          </a:ln>
        </p:spPr>
        <p:txBody>
          <a:bodyPr/>
          <a:lstStyle/>
          <a:p>
            <a:endParaRPr lang="en-US"/>
          </a:p>
        </p:txBody>
      </p:sp>
      <p:sp>
        <p:nvSpPr>
          <p:cNvPr id="96" name="Shape 93"/>
          <p:cNvSpPr/>
          <p:nvPr/>
        </p:nvSpPr>
        <p:spPr>
          <a:xfrm>
            <a:off x="548640" y="4242816"/>
            <a:ext cx="274320" cy="274320"/>
          </a:xfrm>
          <a:prstGeom prst="ellipse">
            <a:avLst/>
          </a:prstGeom>
          <a:solidFill>
            <a:srgbClr val="E9CDD3"/>
          </a:solidFill>
          <a:ln w="12700">
            <a:solidFill>
              <a:srgbClr val="E9CDD3"/>
            </a:solidFill>
            <a:prstDash val="solid"/>
          </a:ln>
        </p:spPr>
        <p:txBody>
          <a:bodyPr/>
          <a:lstStyle/>
          <a:p>
            <a:endParaRPr lang="en-US"/>
          </a:p>
        </p:txBody>
      </p:sp>
      <p:sp>
        <p:nvSpPr>
          <p:cNvPr id="97" name="Shape 94"/>
          <p:cNvSpPr/>
          <p:nvPr/>
        </p:nvSpPr>
        <p:spPr>
          <a:xfrm>
            <a:off x="932688" y="4242816"/>
            <a:ext cx="274320" cy="274320"/>
          </a:xfrm>
          <a:prstGeom prst="ellipse">
            <a:avLst/>
          </a:prstGeom>
          <a:solidFill>
            <a:srgbClr val="E9CDD3"/>
          </a:solidFill>
          <a:ln w="12700">
            <a:solidFill>
              <a:srgbClr val="E9CDD3"/>
            </a:solidFill>
            <a:prstDash val="solid"/>
          </a:ln>
        </p:spPr>
        <p:txBody>
          <a:bodyPr/>
          <a:lstStyle/>
          <a:p>
            <a:endParaRPr lang="en-US"/>
          </a:p>
        </p:txBody>
      </p:sp>
      <p:sp>
        <p:nvSpPr>
          <p:cNvPr id="98" name="Shape 95"/>
          <p:cNvSpPr/>
          <p:nvPr/>
        </p:nvSpPr>
        <p:spPr>
          <a:xfrm>
            <a:off x="1316736" y="4242816"/>
            <a:ext cx="274320" cy="274320"/>
          </a:xfrm>
          <a:prstGeom prst="ellipse">
            <a:avLst/>
          </a:prstGeom>
          <a:solidFill>
            <a:srgbClr val="E9CDD3"/>
          </a:solidFill>
          <a:ln w="12700">
            <a:solidFill>
              <a:srgbClr val="E9CDD3"/>
            </a:solidFill>
            <a:prstDash val="solid"/>
          </a:ln>
        </p:spPr>
        <p:txBody>
          <a:bodyPr/>
          <a:lstStyle/>
          <a:p>
            <a:endParaRPr lang="en-US"/>
          </a:p>
        </p:txBody>
      </p:sp>
      <p:sp>
        <p:nvSpPr>
          <p:cNvPr id="99" name="Shape 96"/>
          <p:cNvSpPr/>
          <p:nvPr/>
        </p:nvSpPr>
        <p:spPr>
          <a:xfrm>
            <a:off x="1700784" y="4242816"/>
            <a:ext cx="274320" cy="274320"/>
          </a:xfrm>
          <a:prstGeom prst="ellipse">
            <a:avLst/>
          </a:prstGeom>
          <a:solidFill>
            <a:srgbClr val="E9CDD3"/>
          </a:solidFill>
          <a:ln w="12700">
            <a:solidFill>
              <a:srgbClr val="E9CDD3"/>
            </a:solidFill>
            <a:prstDash val="solid"/>
          </a:ln>
        </p:spPr>
        <p:txBody>
          <a:bodyPr/>
          <a:lstStyle/>
          <a:p>
            <a:endParaRPr lang="en-US"/>
          </a:p>
        </p:txBody>
      </p:sp>
      <p:sp>
        <p:nvSpPr>
          <p:cNvPr id="100" name="Shape 97"/>
          <p:cNvSpPr/>
          <p:nvPr/>
        </p:nvSpPr>
        <p:spPr>
          <a:xfrm>
            <a:off x="2084832" y="4242816"/>
            <a:ext cx="274320" cy="274320"/>
          </a:xfrm>
          <a:prstGeom prst="ellipse">
            <a:avLst/>
          </a:prstGeom>
          <a:solidFill>
            <a:srgbClr val="E9CDD3"/>
          </a:solidFill>
          <a:ln w="12700">
            <a:solidFill>
              <a:srgbClr val="E9CDD3"/>
            </a:solidFill>
            <a:prstDash val="solid"/>
          </a:ln>
        </p:spPr>
        <p:txBody>
          <a:bodyPr/>
          <a:lstStyle/>
          <a:p>
            <a:endParaRPr lang="en-US"/>
          </a:p>
        </p:txBody>
      </p:sp>
      <p:sp>
        <p:nvSpPr>
          <p:cNvPr id="101" name="Shape 98"/>
          <p:cNvSpPr/>
          <p:nvPr/>
        </p:nvSpPr>
        <p:spPr>
          <a:xfrm>
            <a:off x="2468880" y="4242816"/>
            <a:ext cx="274320" cy="274320"/>
          </a:xfrm>
          <a:prstGeom prst="ellipse">
            <a:avLst/>
          </a:prstGeom>
          <a:solidFill>
            <a:srgbClr val="E9CDD3"/>
          </a:solidFill>
          <a:ln w="12700">
            <a:solidFill>
              <a:srgbClr val="E9CDD3"/>
            </a:solidFill>
            <a:prstDash val="solid"/>
          </a:ln>
        </p:spPr>
        <p:txBody>
          <a:bodyPr/>
          <a:lstStyle/>
          <a:p>
            <a:endParaRPr lang="en-US"/>
          </a:p>
        </p:txBody>
      </p:sp>
      <p:sp>
        <p:nvSpPr>
          <p:cNvPr id="102" name="Shape 99"/>
          <p:cNvSpPr/>
          <p:nvPr/>
        </p:nvSpPr>
        <p:spPr>
          <a:xfrm>
            <a:off x="2852928" y="4242816"/>
            <a:ext cx="274320" cy="274320"/>
          </a:xfrm>
          <a:prstGeom prst="ellipse">
            <a:avLst/>
          </a:prstGeom>
          <a:solidFill>
            <a:srgbClr val="E9CDD3"/>
          </a:solidFill>
          <a:ln w="12700">
            <a:solidFill>
              <a:srgbClr val="E9CDD3"/>
            </a:solidFill>
            <a:prstDash val="solid"/>
          </a:ln>
        </p:spPr>
        <p:txBody>
          <a:bodyPr/>
          <a:lstStyle/>
          <a:p>
            <a:endParaRPr lang="en-US"/>
          </a:p>
        </p:txBody>
      </p:sp>
      <p:sp>
        <p:nvSpPr>
          <p:cNvPr id="103" name="Shape 100"/>
          <p:cNvSpPr/>
          <p:nvPr/>
        </p:nvSpPr>
        <p:spPr>
          <a:xfrm>
            <a:off x="3236976" y="4242816"/>
            <a:ext cx="274320" cy="274320"/>
          </a:xfrm>
          <a:prstGeom prst="ellipse">
            <a:avLst/>
          </a:prstGeom>
          <a:solidFill>
            <a:srgbClr val="E9CDD3"/>
          </a:solidFill>
          <a:ln w="12700">
            <a:solidFill>
              <a:srgbClr val="E9CDD3"/>
            </a:solidFill>
            <a:prstDash val="solid"/>
          </a:ln>
        </p:spPr>
        <p:txBody>
          <a:bodyPr/>
          <a:lstStyle/>
          <a:p>
            <a:endParaRPr lang="en-US"/>
          </a:p>
        </p:txBody>
      </p:sp>
      <p:sp>
        <p:nvSpPr>
          <p:cNvPr id="104" name="Shape 101"/>
          <p:cNvSpPr/>
          <p:nvPr/>
        </p:nvSpPr>
        <p:spPr>
          <a:xfrm>
            <a:off x="3621024" y="4242816"/>
            <a:ext cx="274320" cy="274320"/>
          </a:xfrm>
          <a:prstGeom prst="ellipse">
            <a:avLst/>
          </a:prstGeom>
          <a:solidFill>
            <a:srgbClr val="E58E26"/>
          </a:solidFill>
          <a:ln w="12700">
            <a:solidFill>
              <a:srgbClr val="E58E26"/>
            </a:solidFill>
            <a:prstDash val="solid"/>
          </a:ln>
        </p:spPr>
        <p:txBody>
          <a:bodyPr/>
          <a:lstStyle/>
          <a:p>
            <a:endParaRPr lang="en-US"/>
          </a:p>
        </p:txBody>
      </p:sp>
      <p:sp>
        <p:nvSpPr>
          <p:cNvPr id="105" name="Shape 102"/>
          <p:cNvSpPr/>
          <p:nvPr/>
        </p:nvSpPr>
        <p:spPr>
          <a:xfrm>
            <a:off x="4005072" y="4242816"/>
            <a:ext cx="274320" cy="274320"/>
          </a:xfrm>
          <a:prstGeom prst="ellipse">
            <a:avLst/>
          </a:prstGeom>
          <a:solidFill>
            <a:srgbClr val="5A1E2B"/>
          </a:solidFill>
          <a:ln w="12700">
            <a:solidFill>
              <a:srgbClr val="5A1E2B"/>
            </a:solidFill>
            <a:prstDash val="solid"/>
          </a:ln>
        </p:spPr>
        <p:txBody>
          <a:bodyPr/>
          <a:lstStyle/>
          <a:p>
            <a:endParaRPr lang="en-US"/>
          </a:p>
        </p:txBody>
      </p:sp>
      <p:sp>
        <p:nvSpPr>
          <p:cNvPr id="106" name="Shape 103"/>
          <p:cNvSpPr/>
          <p:nvPr/>
        </p:nvSpPr>
        <p:spPr>
          <a:xfrm>
            <a:off x="4754880" y="1417320"/>
            <a:ext cx="365760" cy="365760"/>
          </a:xfrm>
          <a:prstGeom prst="ellipse">
            <a:avLst/>
          </a:prstGeom>
          <a:solidFill>
            <a:srgbClr val="E9CDD3"/>
          </a:solidFill>
          <a:ln w="12700">
            <a:solidFill>
              <a:srgbClr val="E9CDD3"/>
            </a:solidFill>
            <a:prstDash val="solid"/>
          </a:ln>
        </p:spPr>
        <p:txBody>
          <a:bodyPr/>
          <a:lstStyle/>
          <a:p>
            <a:endParaRPr lang="en-US"/>
          </a:p>
        </p:txBody>
      </p:sp>
      <p:sp>
        <p:nvSpPr>
          <p:cNvPr id="107" name="Text 104"/>
          <p:cNvSpPr txBox="1"/>
          <p:nvPr/>
        </p:nvSpPr>
        <p:spPr>
          <a:xfrm>
            <a:off x="5303520" y="1371600"/>
            <a:ext cx="3291840" cy="365760"/>
          </a:xfrm>
          <a:prstGeom prst="rect">
            <a:avLst/>
          </a:prstGeom>
          <a:noFill/>
          <a:ln/>
        </p:spPr>
        <p:txBody>
          <a:bodyPr wrap="square" lIns="0" tIns="0" rIns="0" bIns="0" rtlCol="0" anchor="ctr"/>
          <a:lstStyle/>
          <a:p>
            <a:pPr marL="0" indent="0">
              <a:buNone/>
            </a:pPr>
            <a:r>
              <a:rPr lang="en-US" sz="1800" b="1" dirty="0">
                <a:solidFill>
                  <a:srgbClr val="5A1E2B"/>
                </a:solidFill>
                <a:latin typeface="Cambria" pitchFamily="34" charset="0"/>
                <a:ea typeface="Cambria" pitchFamily="34" charset="-122"/>
                <a:cs typeface="Cambria" pitchFamily="34" charset="-120"/>
              </a:rPr>
              <a:t>98 brothers</a:t>
            </a:r>
            <a:endParaRPr lang="en-US" sz="1800" dirty="0"/>
          </a:p>
        </p:txBody>
      </p:sp>
      <p:sp>
        <p:nvSpPr>
          <p:cNvPr id="108" name="Text 105"/>
          <p:cNvSpPr txBox="1"/>
          <p:nvPr/>
        </p:nvSpPr>
        <p:spPr>
          <a:xfrm>
            <a:off x="5303520" y="1737360"/>
            <a:ext cx="3291840" cy="548640"/>
          </a:xfrm>
          <a:prstGeom prst="rect">
            <a:avLst/>
          </a:prstGeom>
          <a:noFill/>
          <a:ln/>
        </p:spPr>
        <p:txBody>
          <a:bodyPr wrap="square" lIns="0" tIns="0" rIns="0" bIns="0" rtlCol="0" anchor="t"/>
          <a:lstStyle/>
          <a:p>
            <a:pPr marL="0" indent="0">
              <a:buNone/>
            </a:pPr>
            <a:r>
              <a:rPr lang="en-US" sz="1400" dirty="0">
                <a:solidFill>
                  <a:srgbClr val="2B2226"/>
                </a:solidFill>
                <a:latin typeface="Calibri" pitchFamily="34" charset="0"/>
                <a:ea typeface="Calibri" pitchFamily="34" charset="-122"/>
                <a:cs typeface="Calibri" pitchFamily="34" charset="-120"/>
              </a:rPr>
              <a:t>Left their kingdoms and became monks.</a:t>
            </a:r>
            <a:endParaRPr lang="en-US" sz="1400" dirty="0"/>
          </a:p>
        </p:txBody>
      </p:sp>
      <p:sp>
        <p:nvSpPr>
          <p:cNvPr id="109" name="Shape 106"/>
          <p:cNvSpPr/>
          <p:nvPr/>
        </p:nvSpPr>
        <p:spPr>
          <a:xfrm>
            <a:off x="4754880" y="2468880"/>
            <a:ext cx="365760" cy="365760"/>
          </a:xfrm>
          <a:prstGeom prst="ellipse">
            <a:avLst/>
          </a:prstGeom>
          <a:solidFill>
            <a:srgbClr val="E58E26"/>
          </a:solidFill>
          <a:ln w="12700">
            <a:solidFill>
              <a:srgbClr val="E58E26"/>
            </a:solidFill>
            <a:prstDash val="solid"/>
          </a:ln>
        </p:spPr>
        <p:txBody>
          <a:bodyPr/>
          <a:lstStyle/>
          <a:p>
            <a:endParaRPr lang="en-US"/>
          </a:p>
        </p:txBody>
      </p:sp>
      <p:sp>
        <p:nvSpPr>
          <p:cNvPr id="110" name="Text 107"/>
          <p:cNvSpPr txBox="1"/>
          <p:nvPr/>
        </p:nvSpPr>
        <p:spPr>
          <a:xfrm>
            <a:off x="5303520" y="2423160"/>
            <a:ext cx="3291840" cy="365760"/>
          </a:xfrm>
          <a:prstGeom prst="rect">
            <a:avLst/>
          </a:prstGeom>
          <a:noFill/>
          <a:ln/>
        </p:spPr>
        <p:txBody>
          <a:bodyPr wrap="square" lIns="0" tIns="0" rIns="0" bIns="0" rtlCol="0" anchor="ctr"/>
          <a:lstStyle/>
          <a:p>
            <a:pPr marL="0" indent="0">
              <a:buNone/>
            </a:pPr>
            <a:r>
              <a:rPr lang="en-US" sz="1800" b="1" dirty="0">
                <a:solidFill>
                  <a:srgbClr val="5A1E2B"/>
                </a:solidFill>
                <a:latin typeface="Cambria" pitchFamily="34" charset="0"/>
                <a:ea typeface="Cambria" pitchFamily="34" charset="-122"/>
                <a:cs typeface="Cambria" pitchFamily="34" charset="-120"/>
              </a:rPr>
              <a:t>Bahubali</a:t>
            </a:r>
            <a:endParaRPr lang="en-US" sz="1800" dirty="0"/>
          </a:p>
        </p:txBody>
      </p:sp>
      <p:sp>
        <p:nvSpPr>
          <p:cNvPr id="111" name="Text 108"/>
          <p:cNvSpPr txBox="1"/>
          <p:nvPr/>
        </p:nvSpPr>
        <p:spPr>
          <a:xfrm>
            <a:off x="5303520" y="2788920"/>
            <a:ext cx="3291840" cy="548640"/>
          </a:xfrm>
          <a:prstGeom prst="rect">
            <a:avLst/>
          </a:prstGeom>
          <a:noFill/>
          <a:ln/>
        </p:spPr>
        <p:txBody>
          <a:bodyPr wrap="square" lIns="0" tIns="0" rIns="0" bIns="0" rtlCol="0" anchor="t"/>
          <a:lstStyle/>
          <a:p>
            <a:pPr marL="0" indent="0">
              <a:buNone/>
            </a:pPr>
            <a:r>
              <a:rPr lang="en-US" sz="1400" dirty="0">
                <a:solidFill>
                  <a:srgbClr val="2B2226"/>
                </a:solidFill>
                <a:latin typeface="Calibri" pitchFamily="34" charset="0"/>
                <a:ea typeface="Calibri" pitchFamily="34" charset="-122"/>
                <a:cs typeface="Calibri" pitchFamily="34" charset="-120"/>
              </a:rPr>
              <a:t>Refused to submit to his brother.</a:t>
            </a:r>
            <a:endParaRPr lang="en-US" sz="1400" dirty="0"/>
          </a:p>
        </p:txBody>
      </p:sp>
      <p:sp>
        <p:nvSpPr>
          <p:cNvPr id="112" name="Shape 109"/>
          <p:cNvSpPr/>
          <p:nvPr/>
        </p:nvSpPr>
        <p:spPr>
          <a:xfrm>
            <a:off x="4754880" y="3520440"/>
            <a:ext cx="365760" cy="365760"/>
          </a:xfrm>
          <a:prstGeom prst="ellipse">
            <a:avLst/>
          </a:prstGeom>
          <a:solidFill>
            <a:srgbClr val="5A1E2B"/>
          </a:solidFill>
          <a:ln w="12700">
            <a:solidFill>
              <a:srgbClr val="5A1E2B"/>
            </a:solidFill>
            <a:prstDash val="solid"/>
          </a:ln>
        </p:spPr>
        <p:txBody>
          <a:bodyPr/>
          <a:lstStyle/>
          <a:p>
            <a:endParaRPr lang="en-US"/>
          </a:p>
        </p:txBody>
      </p:sp>
      <p:sp>
        <p:nvSpPr>
          <p:cNvPr id="113" name="Text 110"/>
          <p:cNvSpPr txBox="1"/>
          <p:nvPr/>
        </p:nvSpPr>
        <p:spPr>
          <a:xfrm>
            <a:off x="5303520" y="3474720"/>
            <a:ext cx="3291840" cy="365760"/>
          </a:xfrm>
          <a:prstGeom prst="rect">
            <a:avLst/>
          </a:prstGeom>
          <a:noFill/>
          <a:ln/>
        </p:spPr>
        <p:txBody>
          <a:bodyPr wrap="square" lIns="0" tIns="0" rIns="0" bIns="0" rtlCol="0" anchor="ctr"/>
          <a:lstStyle/>
          <a:p>
            <a:pPr marL="0" indent="0">
              <a:buNone/>
            </a:pPr>
            <a:r>
              <a:rPr lang="en-US" sz="1800" b="1" dirty="0">
                <a:solidFill>
                  <a:srgbClr val="5A1E2B"/>
                </a:solidFill>
                <a:latin typeface="Cambria" pitchFamily="34" charset="0"/>
                <a:ea typeface="Cambria" pitchFamily="34" charset="-122"/>
                <a:cs typeface="Cambria" pitchFamily="34" charset="-120"/>
              </a:rPr>
              <a:t>Bharata</a:t>
            </a:r>
            <a:endParaRPr lang="en-US" sz="1800" dirty="0"/>
          </a:p>
        </p:txBody>
      </p:sp>
      <p:sp>
        <p:nvSpPr>
          <p:cNvPr id="114" name="Text 111"/>
          <p:cNvSpPr txBox="1"/>
          <p:nvPr/>
        </p:nvSpPr>
        <p:spPr>
          <a:xfrm>
            <a:off x="5303520" y="3840480"/>
            <a:ext cx="3291840" cy="548640"/>
          </a:xfrm>
          <a:prstGeom prst="rect">
            <a:avLst/>
          </a:prstGeom>
          <a:noFill/>
          <a:ln/>
        </p:spPr>
        <p:txBody>
          <a:bodyPr wrap="square" lIns="0" tIns="0" rIns="0" bIns="0" rtlCol="0" anchor="t"/>
          <a:lstStyle/>
          <a:p>
            <a:pPr marL="0" indent="0">
              <a:buNone/>
            </a:pPr>
            <a:r>
              <a:rPr lang="en-US" sz="1400" dirty="0">
                <a:solidFill>
                  <a:srgbClr val="2B2226"/>
                </a:solidFill>
                <a:latin typeface="Calibri" pitchFamily="34" charset="0"/>
                <a:ea typeface="Calibri" pitchFamily="34" charset="-122"/>
                <a:cs typeface="Calibri" pitchFamily="34" charset="-120"/>
              </a:rPr>
              <a:t>Demanded submission from every brother.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7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498080" cy="731520"/>
          </a:xfrm>
          <a:prstGeom prst="rect">
            <a:avLst/>
          </a:prstGeom>
          <a:noFill/>
          <a:ln/>
        </p:spPr>
        <p:txBody>
          <a:bodyPr wrap="square" lIns="0" tIns="0" rIns="0" bIns="0" rtlCol="0" anchor="ctr"/>
          <a:lstStyle/>
          <a:p>
            <a:pPr marL="0" indent="0">
              <a:buNone/>
            </a:pPr>
            <a:r>
              <a:rPr lang="en-US" sz="3000" b="1" dirty="0">
                <a:solidFill>
                  <a:srgbClr val="5A1E2B"/>
                </a:solidFill>
                <a:latin typeface="Cambria" pitchFamily="34" charset="0"/>
                <a:ea typeface="Cambria" pitchFamily="34" charset="-122"/>
                <a:cs typeface="Cambria" pitchFamily="34" charset="-120"/>
              </a:rPr>
              <a:t>Three contests instead of a war</a:t>
            </a:r>
            <a:endParaRPr lang="en-US" sz="3000" dirty="0"/>
          </a:p>
        </p:txBody>
      </p:sp>
      <p:sp>
        <p:nvSpPr>
          <p:cNvPr id="3" name="Shape 1"/>
          <p:cNvSpPr/>
          <p:nvPr/>
        </p:nvSpPr>
        <p:spPr>
          <a:xfrm>
            <a:off x="8183880" y="457200"/>
            <a:ext cx="411480" cy="411480"/>
          </a:xfrm>
          <a:prstGeom prst="ellipse">
            <a:avLst/>
          </a:prstGeom>
          <a:solidFill>
            <a:srgbClr val="E58E26"/>
          </a:solidFill>
          <a:ln w="12700">
            <a:solidFill>
              <a:srgbClr val="E58E26"/>
            </a:solidFill>
            <a:prstDash val="solid"/>
          </a:ln>
        </p:spPr>
        <p:txBody>
          <a:bodyPr/>
          <a:lstStyle/>
          <a:p>
            <a:endParaRPr lang="en-US"/>
          </a:p>
        </p:txBody>
      </p:sp>
      <p:sp>
        <p:nvSpPr>
          <p:cNvPr id="4" name="Text 2"/>
          <p:cNvSpPr txBox="1"/>
          <p:nvPr/>
        </p:nvSpPr>
        <p:spPr>
          <a:xfrm>
            <a:off x="8183880" y="45720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6" name="Shape 3"/>
          <p:cNvSpPr/>
          <p:nvPr/>
        </p:nvSpPr>
        <p:spPr>
          <a:xfrm>
            <a:off x="493776" y="1225296"/>
            <a:ext cx="3950208" cy="3310128"/>
          </a:xfrm>
          <a:prstGeom prst="roundRect">
            <a:avLst>
              <a:gd name="adj" fmla="val 3315"/>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548640" y="1280160"/>
            <a:ext cx="3840480" cy="3200400"/>
          </a:xfrm>
          <a:prstGeom prst="rect">
            <a:avLst/>
          </a:prstGeom>
        </p:spPr>
      </p:pic>
      <p:sp>
        <p:nvSpPr>
          <p:cNvPr id="8" name="Shape 4"/>
          <p:cNvSpPr/>
          <p:nvPr/>
        </p:nvSpPr>
        <p:spPr>
          <a:xfrm>
            <a:off x="4754880" y="1280160"/>
            <a:ext cx="3840480" cy="960120"/>
          </a:xfrm>
          <a:prstGeom prst="rect">
            <a:avLst/>
          </a:prstGeom>
          <a:solidFill>
            <a:srgbClr val="FFFFFF"/>
          </a:solidFill>
          <a:ln/>
          <a:effectLst>
            <a:outerShdw blurRad="101600" dist="25400" dir="5400000" algn="bl" rotWithShape="0">
              <a:srgbClr val="000000">
                <a:alpha val="12000"/>
              </a:srgbClr>
            </a:outerShdw>
          </a:effectLst>
        </p:spPr>
        <p:txBody>
          <a:bodyPr/>
          <a:lstStyle/>
          <a:p>
            <a:endParaRPr lang="en-US"/>
          </a:p>
        </p:txBody>
      </p:sp>
      <p:sp>
        <p:nvSpPr>
          <p:cNvPr id="9" name="Shape 5"/>
          <p:cNvSpPr/>
          <p:nvPr/>
        </p:nvSpPr>
        <p:spPr>
          <a:xfrm>
            <a:off x="4892040" y="1463040"/>
            <a:ext cx="594360" cy="594360"/>
          </a:xfrm>
          <a:prstGeom prst="ellipse">
            <a:avLst/>
          </a:prstGeom>
          <a:solidFill>
            <a:srgbClr val="5A1E2B"/>
          </a:solidFill>
          <a:ln w="12700">
            <a:solidFill>
              <a:srgbClr val="5A1E2B"/>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5040630" y="1611630"/>
            <a:ext cx="297180" cy="297180"/>
          </a:xfrm>
          <a:prstGeom prst="rect">
            <a:avLst/>
          </a:prstGeom>
        </p:spPr>
      </p:pic>
      <p:sp>
        <p:nvSpPr>
          <p:cNvPr id="11" name="Text 6"/>
          <p:cNvSpPr txBox="1"/>
          <p:nvPr/>
        </p:nvSpPr>
        <p:spPr>
          <a:xfrm>
            <a:off x="5669280" y="1389888"/>
            <a:ext cx="2834640" cy="292608"/>
          </a:xfrm>
          <a:prstGeom prst="rect">
            <a:avLst/>
          </a:prstGeom>
          <a:noFill/>
          <a:ln/>
        </p:spPr>
        <p:txBody>
          <a:bodyPr wrap="square" lIns="0" tIns="0" rIns="0" bIns="0" rtlCol="0" anchor="ctr"/>
          <a:lstStyle/>
          <a:p>
            <a:pPr marL="0" indent="0">
              <a:buNone/>
            </a:pPr>
            <a:r>
              <a:rPr lang="en-US" sz="1600" b="1" dirty="0">
                <a:solidFill>
                  <a:srgbClr val="5A1E2B"/>
                </a:solidFill>
                <a:latin typeface="Cambria" pitchFamily="34" charset="0"/>
                <a:ea typeface="Cambria" pitchFamily="34" charset="-122"/>
                <a:cs typeface="Cambria" pitchFamily="34" charset="-120"/>
              </a:rPr>
              <a:t>Eye contest</a:t>
            </a:r>
            <a:endParaRPr lang="en-US" sz="1600" dirty="0"/>
          </a:p>
        </p:txBody>
      </p:sp>
      <p:sp>
        <p:nvSpPr>
          <p:cNvPr id="12" name="Text 7"/>
          <p:cNvSpPr txBox="1"/>
          <p:nvPr/>
        </p:nvSpPr>
        <p:spPr>
          <a:xfrm>
            <a:off x="5669280" y="1691640"/>
            <a:ext cx="2834640" cy="502920"/>
          </a:xfrm>
          <a:prstGeom prst="rect">
            <a:avLst/>
          </a:prstGeom>
          <a:noFill/>
          <a:ln/>
        </p:spPr>
        <p:txBody>
          <a:bodyPr wrap="square" lIns="0" tIns="0" rIns="0" bIns="0" rtlCol="0" anchor="t"/>
          <a:lstStyle/>
          <a:p>
            <a:pPr marL="0" indent="0">
              <a:buNone/>
            </a:pPr>
            <a:r>
              <a:rPr lang="en-US" sz="1200" dirty="0">
                <a:solidFill>
                  <a:srgbClr val="2B2226"/>
                </a:solidFill>
                <a:latin typeface="Calibri" pitchFamily="34" charset="0"/>
                <a:ea typeface="Calibri" pitchFamily="34" charset="-122"/>
                <a:cs typeface="Calibri" pitchFamily="34" charset="-120"/>
              </a:rPr>
              <a:t>Whoever blinks first loses. Bahubali's gaze held.</a:t>
            </a:r>
            <a:endParaRPr lang="en-US" sz="1200" dirty="0"/>
          </a:p>
        </p:txBody>
      </p:sp>
      <p:sp>
        <p:nvSpPr>
          <p:cNvPr id="13" name="Shape 8"/>
          <p:cNvSpPr/>
          <p:nvPr/>
        </p:nvSpPr>
        <p:spPr>
          <a:xfrm>
            <a:off x="4754880" y="2377440"/>
            <a:ext cx="3840480" cy="960120"/>
          </a:xfrm>
          <a:prstGeom prst="rect">
            <a:avLst/>
          </a:prstGeom>
          <a:solidFill>
            <a:srgbClr val="FFFFFF"/>
          </a:solidFill>
          <a:ln/>
          <a:effectLst>
            <a:outerShdw blurRad="101600" dist="25400" dir="5400000" algn="bl" rotWithShape="0">
              <a:srgbClr val="000000">
                <a:alpha val="12000"/>
              </a:srgbClr>
            </a:outerShdw>
          </a:effectLst>
        </p:spPr>
        <p:txBody>
          <a:bodyPr/>
          <a:lstStyle/>
          <a:p>
            <a:endParaRPr lang="en-US"/>
          </a:p>
        </p:txBody>
      </p:sp>
      <p:sp>
        <p:nvSpPr>
          <p:cNvPr id="14" name="Shape 9"/>
          <p:cNvSpPr/>
          <p:nvPr/>
        </p:nvSpPr>
        <p:spPr>
          <a:xfrm>
            <a:off x="4892040" y="2560320"/>
            <a:ext cx="594360" cy="594360"/>
          </a:xfrm>
          <a:prstGeom prst="ellipse">
            <a:avLst/>
          </a:prstGeom>
          <a:solidFill>
            <a:srgbClr val="5A1E2B"/>
          </a:solidFill>
          <a:ln w="12700">
            <a:solidFill>
              <a:srgbClr val="5A1E2B"/>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5040630" y="2708910"/>
            <a:ext cx="297180" cy="297180"/>
          </a:xfrm>
          <a:prstGeom prst="rect">
            <a:avLst/>
          </a:prstGeom>
        </p:spPr>
      </p:pic>
      <p:sp>
        <p:nvSpPr>
          <p:cNvPr id="16" name="Text 10"/>
          <p:cNvSpPr txBox="1"/>
          <p:nvPr/>
        </p:nvSpPr>
        <p:spPr>
          <a:xfrm>
            <a:off x="5669280" y="2487168"/>
            <a:ext cx="2834640" cy="292608"/>
          </a:xfrm>
          <a:prstGeom prst="rect">
            <a:avLst/>
          </a:prstGeom>
          <a:noFill/>
          <a:ln/>
        </p:spPr>
        <p:txBody>
          <a:bodyPr wrap="square" lIns="0" tIns="0" rIns="0" bIns="0" rtlCol="0" anchor="ctr"/>
          <a:lstStyle/>
          <a:p>
            <a:pPr marL="0" indent="0">
              <a:buNone/>
            </a:pPr>
            <a:r>
              <a:rPr lang="en-US" sz="1600" b="1" dirty="0">
                <a:solidFill>
                  <a:srgbClr val="5A1E2B"/>
                </a:solidFill>
                <a:latin typeface="Cambria" pitchFamily="34" charset="0"/>
                <a:ea typeface="Cambria" pitchFamily="34" charset="-122"/>
                <a:cs typeface="Cambria" pitchFamily="34" charset="-120"/>
              </a:rPr>
              <a:t>Water contest</a:t>
            </a:r>
            <a:endParaRPr lang="en-US" sz="1600" dirty="0"/>
          </a:p>
        </p:txBody>
      </p:sp>
      <p:sp>
        <p:nvSpPr>
          <p:cNvPr id="17" name="Text 11"/>
          <p:cNvSpPr txBox="1"/>
          <p:nvPr/>
        </p:nvSpPr>
        <p:spPr>
          <a:xfrm>
            <a:off x="5669280" y="2788920"/>
            <a:ext cx="2834640" cy="502920"/>
          </a:xfrm>
          <a:prstGeom prst="rect">
            <a:avLst/>
          </a:prstGeom>
          <a:noFill/>
          <a:ln/>
        </p:spPr>
        <p:txBody>
          <a:bodyPr wrap="square" lIns="0" tIns="0" rIns="0" bIns="0" rtlCol="0" anchor="t"/>
          <a:lstStyle/>
          <a:p>
            <a:pPr marL="0" indent="0">
              <a:buNone/>
            </a:pPr>
            <a:r>
              <a:rPr lang="en-US" sz="1200" dirty="0">
                <a:solidFill>
                  <a:srgbClr val="2B2226"/>
                </a:solidFill>
                <a:latin typeface="Calibri" pitchFamily="34" charset="0"/>
                <a:ea typeface="Calibri" pitchFamily="34" charset="-122"/>
                <a:cs typeface="Calibri" pitchFamily="34" charset="-120"/>
              </a:rPr>
              <a:t>The brothers splashed water at one another. Bahubali's strength prevailed.</a:t>
            </a:r>
            <a:endParaRPr lang="en-US" sz="1200" dirty="0"/>
          </a:p>
        </p:txBody>
      </p:sp>
      <p:sp>
        <p:nvSpPr>
          <p:cNvPr id="18" name="Shape 12"/>
          <p:cNvSpPr/>
          <p:nvPr/>
        </p:nvSpPr>
        <p:spPr>
          <a:xfrm>
            <a:off x="4754880" y="3474720"/>
            <a:ext cx="3840480" cy="960120"/>
          </a:xfrm>
          <a:prstGeom prst="rect">
            <a:avLst/>
          </a:prstGeom>
          <a:solidFill>
            <a:srgbClr val="FFFFFF"/>
          </a:solidFill>
          <a:ln/>
          <a:effectLst>
            <a:outerShdw blurRad="101600" dist="25400" dir="5400000" algn="bl" rotWithShape="0">
              <a:srgbClr val="000000">
                <a:alpha val="12000"/>
              </a:srgbClr>
            </a:outerShdw>
          </a:effectLst>
        </p:spPr>
        <p:txBody>
          <a:bodyPr/>
          <a:lstStyle/>
          <a:p>
            <a:endParaRPr lang="en-US"/>
          </a:p>
        </p:txBody>
      </p:sp>
      <p:sp>
        <p:nvSpPr>
          <p:cNvPr id="19" name="Shape 13"/>
          <p:cNvSpPr/>
          <p:nvPr/>
        </p:nvSpPr>
        <p:spPr>
          <a:xfrm>
            <a:off x="4892040" y="3657600"/>
            <a:ext cx="594360" cy="594360"/>
          </a:xfrm>
          <a:prstGeom prst="ellipse">
            <a:avLst/>
          </a:prstGeom>
          <a:solidFill>
            <a:srgbClr val="5A1E2B"/>
          </a:solidFill>
          <a:ln w="12700">
            <a:solidFill>
              <a:srgbClr val="5A1E2B"/>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5040630" y="3806190"/>
            <a:ext cx="297180" cy="297180"/>
          </a:xfrm>
          <a:prstGeom prst="rect">
            <a:avLst/>
          </a:prstGeom>
        </p:spPr>
      </p:pic>
      <p:sp>
        <p:nvSpPr>
          <p:cNvPr id="21" name="Text 14"/>
          <p:cNvSpPr txBox="1"/>
          <p:nvPr/>
        </p:nvSpPr>
        <p:spPr>
          <a:xfrm>
            <a:off x="5669280" y="3584448"/>
            <a:ext cx="2834640" cy="292608"/>
          </a:xfrm>
          <a:prstGeom prst="rect">
            <a:avLst/>
          </a:prstGeom>
          <a:noFill/>
          <a:ln/>
        </p:spPr>
        <p:txBody>
          <a:bodyPr wrap="square" lIns="0" tIns="0" rIns="0" bIns="0" rtlCol="0" anchor="ctr"/>
          <a:lstStyle/>
          <a:p>
            <a:pPr marL="0" indent="0">
              <a:buNone/>
            </a:pPr>
            <a:r>
              <a:rPr lang="en-US" sz="1600" b="1" dirty="0">
                <a:solidFill>
                  <a:srgbClr val="5A1E2B"/>
                </a:solidFill>
                <a:latin typeface="Cambria" pitchFamily="34" charset="0"/>
                <a:ea typeface="Cambria" pitchFamily="34" charset="-122"/>
                <a:cs typeface="Cambria" pitchFamily="34" charset="-120"/>
              </a:rPr>
              <a:t>Wrestling</a:t>
            </a:r>
            <a:endParaRPr lang="en-US" sz="1600" dirty="0"/>
          </a:p>
        </p:txBody>
      </p:sp>
      <p:sp>
        <p:nvSpPr>
          <p:cNvPr id="22" name="Text 15"/>
          <p:cNvSpPr txBox="1"/>
          <p:nvPr/>
        </p:nvSpPr>
        <p:spPr>
          <a:xfrm>
            <a:off x="5669280" y="3886200"/>
            <a:ext cx="2834640" cy="502920"/>
          </a:xfrm>
          <a:prstGeom prst="rect">
            <a:avLst/>
          </a:prstGeom>
          <a:noFill/>
          <a:ln/>
        </p:spPr>
        <p:txBody>
          <a:bodyPr wrap="square" lIns="0" tIns="0" rIns="0" bIns="0" rtlCol="0" anchor="t"/>
          <a:lstStyle/>
          <a:p>
            <a:pPr marL="0" indent="0">
              <a:buNone/>
            </a:pPr>
            <a:r>
              <a:rPr lang="en-US" sz="1200" dirty="0">
                <a:solidFill>
                  <a:srgbClr val="2B2226"/>
                </a:solidFill>
                <a:latin typeface="Calibri" pitchFamily="34" charset="0"/>
                <a:ea typeface="Calibri" pitchFamily="34" charset="-122"/>
                <a:cs typeface="Calibri" pitchFamily="34" charset="-120"/>
              </a:rPr>
              <a:t>Bahubali lifted Bharata high and set him down gently.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7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498080" cy="731520"/>
          </a:xfrm>
          <a:prstGeom prst="rect">
            <a:avLst/>
          </a:prstGeom>
          <a:noFill/>
          <a:ln/>
        </p:spPr>
        <p:txBody>
          <a:bodyPr wrap="square" lIns="0" tIns="0" rIns="0" bIns="0" rtlCol="0" anchor="ctr"/>
          <a:lstStyle/>
          <a:p>
            <a:pPr marL="0" indent="0">
              <a:buNone/>
            </a:pPr>
            <a:r>
              <a:rPr lang="en-US" sz="3000" b="1" dirty="0">
                <a:solidFill>
                  <a:srgbClr val="5A1E2B"/>
                </a:solidFill>
                <a:latin typeface="Cambria" pitchFamily="34" charset="0"/>
                <a:ea typeface="Cambria" pitchFamily="34" charset="-122"/>
                <a:cs typeface="Cambria" pitchFamily="34" charset="-120"/>
              </a:rPr>
              <a:t>Anger, and the chakra that turned back</a:t>
            </a:r>
            <a:endParaRPr lang="en-US" sz="3000" dirty="0"/>
          </a:p>
        </p:txBody>
      </p:sp>
      <p:sp>
        <p:nvSpPr>
          <p:cNvPr id="3" name="Shape 1"/>
          <p:cNvSpPr/>
          <p:nvPr/>
        </p:nvSpPr>
        <p:spPr>
          <a:xfrm>
            <a:off x="8183880" y="457200"/>
            <a:ext cx="411480" cy="411480"/>
          </a:xfrm>
          <a:prstGeom prst="ellipse">
            <a:avLst/>
          </a:prstGeom>
          <a:solidFill>
            <a:srgbClr val="E58E26"/>
          </a:solidFill>
          <a:ln w="12700">
            <a:solidFill>
              <a:srgbClr val="E58E26"/>
            </a:solidFill>
            <a:prstDash val="solid"/>
          </a:ln>
        </p:spPr>
        <p:txBody>
          <a:bodyPr/>
          <a:lstStyle/>
          <a:p>
            <a:endParaRPr lang="en-US"/>
          </a:p>
        </p:txBody>
      </p:sp>
      <p:sp>
        <p:nvSpPr>
          <p:cNvPr id="4" name="Text 2"/>
          <p:cNvSpPr txBox="1"/>
          <p:nvPr/>
        </p:nvSpPr>
        <p:spPr>
          <a:xfrm>
            <a:off x="8183880" y="45720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6" name="Text 3"/>
          <p:cNvSpPr txBox="1"/>
          <p:nvPr/>
        </p:nvSpPr>
        <p:spPr>
          <a:xfrm>
            <a:off x="548640" y="1371600"/>
            <a:ext cx="3931920" cy="31089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2B2226"/>
                </a:solidFill>
                <a:latin typeface="Calibri" pitchFamily="34" charset="0"/>
                <a:ea typeface="Calibri" pitchFamily="34" charset="-122"/>
                <a:cs typeface="Calibri" pitchFamily="34" charset="-120"/>
              </a:rPr>
              <a:t>Defeated three times, Bharata was blinded by anger and hurled the chakra at his brother.</a:t>
            </a:r>
            <a:endParaRPr lang="en-US" sz="1500" dirty="0"/>
          </a:p>
          <a:p>
            <a:pPr marL="342900" indent="-342900">
              <a:spcAft>
                <a:spcPts val="900"/>
              </a:spcAft>
              <a:buSzPct val="100000"/>
              <a:buChar char="•"/>
            </a:pPr>
            <a:r>
              <a:rPr lang="en-US" sz="1500" dirty="0">
                <a:solidFill>
                  <a:srgbClr val="2B2226"/>
                </a:solidFill>
                <a:latin typeface="Calibri" pitchFamily="34" charset="0"/>
                <a:ea typeface="Calibri" pitchFamily="34" charset="-122"/>
                <a:cs typeface="Calibri" pitchFamily="34" charset="-120"/>
              </a:rPr>
              <a:t>The wheel circled Bahubali and returned. It cannot harm one of the emperor's own blood.</a:t>
            </a:r>
            <a:endParaRPr lang="en-US" sz="1500" dirty="0"/>
          </a:p>
          <a:p>
            <a:pPr marL="342900" indent="-342900">
              <a:spcAft>
                <a:spcPts val="900"/>
              </a:spcAft>
              <a:buSzPct val="100000"/>
              <a:buChar char="•"/>
            </a:pPr>
            <a:r>
              <a:rPr lang="en-US" sz="1500" dirty="0">
                <a:solidFill>
                  <a:srgbClr val="2B2226"/>
                </a:solidFill>
                <a:latin typeface="Calibri" pitchFamily="34" charset="0"/>
                <a:ea typeface="Calibri" pitchFamily="34" charset="-122"/>
                <a:cs typeface="Calibri" pitchFamily="34" charset="-120"/>
              </a:rPr>
              <a:t>Bahubali could have struck back, but he saw the folly of it all.</a:t>
            </a:r>
            <a:endParaRPr lang="en-US" sz="1500" dirty="0"/>
          </a:p>
          <a:p>
            <a:pPr marL="342900" indent="-342900">
              <a:spcAft>
                <a:spcPts val="900"/>
              </a:spcAft>
              <a:buSzPct val="100000"/>
              <a:buChar char="•"/>
            </a:pPr>
            <a:r>
              <a:rPr lang="en-US" sz="1500" dirty="0">
                <a:solidFill>
                  <a:srgbClr val="2B2226"/>
                </a:solidFill>
                <a:latin typeface="Calibri" pitchFamily="34" charset="0"/>
                <a:ea typeface="Calibri" pitchFamily="34" charset="-122"/>
                <a:cs typeface="Calibri" pitchFamily="34" charset="-120"/>
              </a:rPr>
              <a:t>His victory felt empty. He wondered: why fight for a kingdom that no one keeps?</a:t>
            </a:r>
            <a:endParaRPr lang="en-US" sz="1500" dirty="0"/>
          </a:p>
        </p:txBody>
      </p:sp>
      <p:sp>
        <p:nvSpPr>
          <p:cNvPr id="7" name="Shape 4"/>
          <p:cNvSpPr/>
          <p:nvPr/>
        </p:nvSpPr>
        <p:spPr>
          <a:xfrm>
            <a:off x="4562856" y="1225296"/>
            <a:ext cx="3950208" cy="3310128"/>
          </a:xfrm>
          <a:prstGeom prst="roundRect">
            <a:avLst>
              <a:gd name="adj" fmla="val 3315"/>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4617720" y="1280160"/>
            <a:ext cx="3840480" cy="3200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7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498080" cy="731520"/>
          </a:xfrm>
          <a:prstGeom prst="rect">
            <a:avLst/>
          </a:prstGeom>
          <a:noFill/>
          <a:ln/>
        </p:spPr>
        <p:txBody>
          <a:bodyPr wrap="square" lIns="0" tIns="0" rIns="0" bIns="0" rtlCol="0" anchor="ctr"/>
          <a:lstStyle/>
          <a:p>
            <a:pPr marL="0" indent="0">
              <a:buNone/>
            </a:pPr>
            <a:r>
              <a:rPr lang="en-US" sz="3000" b="1" dirty="0">
                <a:solidFill>
                  <a:srgbClr val="5A1E2B"/>
                </a:solidFill>
                <a:latin typeface="Cambria" pitchFamily="34" charset="0"/>
                <a:ea typeface="Cambria" pitchFamily="34" charset="-122"/>
                <a:cs typeface="Cambria" pitchFamily="34" charset="-120"/>
              </a:rPr>
              <a:t>A year of stillness</a:t>
            </a:r>
            <a:endParaRPr lang="en-US" sz="3000" dirty="0"/>
          </a:p>
        </p:txBody>
      </p:sp>
      <p:sp>
        <p:nvSpPr>
          <p:cNvPr id="3" name="Shape 1"/>
          <p:cNvSpPr/>
          <p:nvPr/>
        </p:nvSpPr>
        <p:spPr>
          <a:xfrm>
            <a:off x="8183880" y="457200"/>
            <a:ext cx="411480" cy="411480"/>
          </a:xfrm>
          <a:prstGeom prst="ellipse">
            <a:avLst/>
          </a:prstGeom>
          <a:solidFill>
            <a:srgbClr val="E58E26"/>
          </a:solidFill>
          <a:ln w="12700">
            <a:solidFill>
              <a:srgbClr val="E58E26"/>
            </a:solidFill>
            <a:prstDash val="solid"/>
          </a:ln>
        </p:spPr>
        <p:txBody>
          <a:bodyPr/>
          <a:lstStyle/>
          <a:p>
            <a:endParaRPr lang="en-US"/>
          </a:p>
        </p:txBody>
      </p:sp>
      <p:sp>
        <p:nvSpPr>
          <p:cNvPr id="4" name="Text 2"/>
          <p:cNvSpPr txBox="1"/>
          <p:nvPr/>
        </p:nvSpPr>
        <p:spPr>
          <a:xfrm>
            <a:off x="8183880" y="45720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6" name="Text 3"/>
          <p:cNvSpPr txBox="1"/>
          <p:nvPr/>
        </p:nvSpPr>
        <p:spPr>
          <a:xfrm>
            <a:off x="548640" y="1371600"/>
            <a:ext cx="393192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B2226"/>
                </a:solidFill>
                <a:latin typeface="Calibri" pitchFamily="34" charset="0"/>
                <a:ea typeface="Calibri" pitchFamily="34" charset="-122"/>
                <a:cs typeface="Calibri" pitchFamily="34" charset="-120"/>
              </a:rPr>
              <a:t>Bahubali gave his kingdom to his son and became a monk.</a:t>
            </a:r>
            <a:endParaRPr lang="en-US" sz="1400" dirty="0"/>
          </a:p>
          <a:p>
            <a:pPr marL="342900" indent="-342900">
              <a:spcAft>
                <a:spcPts val="800"/>
              </a:spcAft>
              <a:buSzPct val="100000"/>
              <a:buChar char="•"/>
            </a:pPr>
            <a:r>
              <a:rPr lang="en-US" sz="1400" dirty="0">
                <a:solidFill>
                  <a:srgbClr val="2B2226"/>
                </a:solidFill>
                <a:latin typeface="Calibri" pitchFamily="34" charset="0"/>
                <a:ea typeface="Calibri" pitchFamily="34" charset="-122"/>
                <a:cs typeface="Calibri" pitchFamily="34" charset="-120"/>
              </a:rPr>
              <a:t>He stood in kayotsarga, motionless, for a full year. Vines climbed his limbs.</a:t>
            </a:r>
            <a:endParaRPr lang="en-US" sz="1400" dirty="0"/>
          </a:p>
          <a:p>
            <a:pPr marL="342900" indent="-342900">
              <a:spcAft>
                <a:spcPts val="800"/>
              </a:spcAft>
              <a:buSzPct val="100000"/>
              <a:buChar char="•"/>
            </a:pPr>
            <a:r>
              <a:rPr lang="en-US" sz="1400" dirty="0">
                <a:solidFill>
                  <a:srgbClr val="2B2226"/>
                </a:solidFill>
                <a:latin typeface="Calibri" pitchFamily="34" charset="0"/>
                <a:ea typeface="Calibri" pitchFamily="34" charset="-122"/>
                <a:cs typeface="Calibri" pitchFamily="34" charset="-120"/>
              </a:rPr>
              <a:t>One thought remained: “I stand on my brother's land.” That subtle pride delayed liberation.</a:t>
            </a:r>
            <a:endParaRPr lang="en-US" sz="1400" dirty="0"/>
          </a:p>
          <a:p>
            <a:pPr marL="342900" indent="-342900">
              <a:spcAft>
                <a:spcPts val="800"/>
              </a:spcAft>
              <a:buSzPct val="100000"/>
              <a:buChar char="•"/>
            </a:pPr>
            <a:r>
              <a:rPr lang="en-US" sz="1400" dirty="0">
                <a:solidFill>
                  <a:srgbClr val="2B2226"/>
                </a:solidFill>
                <a:latin typeface="Calibri" pitchFamily="34" charset="0"/>
                <a:ea typeface="Calibri" pitchFamily="34" charset="-122"/>
                <a:cs typeface="Calibri" pitchFamily="34" charset="-120"/>
              </a:rPr>
              <a:t>Bharata came, bowed and reminded him that all land belongs to no one. Then Bahubali attained kevala jñāna.</a:t>
            </a:r>
            <a:endParaRPr lang="en-US" sz="1400" dirty="0"/>
          </a:p>
        </p:txBody>
      </p:sp>
      <p:sp>
        <p:nvSpPr>
          <p:cNvPr id="7" name="Shape 4"/>
          <p:cNvSpPr/>
          <p:nvPr/>
        </p:nvSpPr>
        <p:spPr>
          <a:xfrm>
            <a:off x="4562856" y="1225296"/>
            <a:ext cx="3950208" cy="3310128"/>
          </a:xfrm>
          <a:prstGeom prst="roundRect">
            <a:avLst>
              <a:gd name="adj" fmla="val 3315"/>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4617720" y="1280160"/>
            <a:ext cx="3840480" cy="3200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7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498080" cy="731520"/>
          </a:xfrm>
          <a:prstGeom prst="rect">
            <a:avLst/>
          </a:prstGeom>
          <a:noFill/>
          <a:ln/>
        </p:spPr>
        <p:txBody>
          <a:bodyPr wrap="square" lIns="0" tIns="0" rIns="0" bIns="0" rtlCol="0" anchor="ctr"/>
          <a:lstStyle/>
          <a:p>
            <a:pPr marL="0" indent="0">
              <a:buNone/>
            </a:pPr>
            <a:r>
              <a:rPr lang="en-US" sz="3000" b="1" dirty="0">
                <a:solidFill>
                  <a:srgbClr val="5A1E2B"/>
                </a:solidFill>
                <a:latin typeface="Cambria" pitchFamily="34" charset="0"/>
                <a:ea typeface="Cambria" pitchFamily="34" charset="-122"/>
                <a:cs typeface="Cambria" pitchFamily="34" charset="-120"/>
              </a:rPr>
              <a:t>Moral lessons</a:t>
            </a:r>
            <a:endParaRPr lang="en-US" sz="3000" dirty="0"/>
          </a:p>
        </p:txBody>
      </p:sp>
      <p:sp>
        <p:nvSpPr>
          <p:cNvPr id="3" name="Shape 1"/>
          <p:cNvSpPr/>
          <p:nvPr/>
        </p:nvSpPr>
        <p:spPr>
          <a:xfrm>
            <a:off x="8183880" y="457200"/>
            <a:ext cx="411480" cy="411480"/>
          </a:xfrm>
          <a:prstGeom prst="ellipse">
            <a:avLst/>
          </a:prstGeom>
          <a:solidFill>
            <a:srgbClr val="E58E26"/>
          </a:solidFill>
          <a:ln w="12700">
            <a:solidFill>
              <a:srgbClr val="E58E26"/>
            </a:solidFill>
            <a:prstDash val="solid"/>
          </a:ln>
        </p:spPr>
        <p:txBody>
          <a:bodyPr/>
          <a:lstStyle/>
          <a:p>
            <a:endParaRPr lang="en-US"/>
          </a:p>
        </p:txBody>
      </p:sp>
      <p:sp>
        <p:nvSpPr>
          <p:cNvPr id="4" name="Text 2"/>
          <p:cNvSpPr txBox="1"/>
          <p:nvPr/>
        </p:nvSpPr>
        <p:spPr>
          <a:xfrm>
            <a:off x="8183880" y="45720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6" name="Shape 3"/>
          <p:cNvSpPr/>
          <p:nvPr/>
        </p:nvSpPr>
        <p:spPr>
          <a:xfrm>
            <a:off x="548640" y="1280160"/>
            <a:ext cx="3794760" cy="1463040"/>
          </a:xfrm>
          <a:prstGeom prst="rect">
            <a:avLst/>
          </a:prstGeom>
          <a:solidFill>
            <a:srgbClr val="FFFFFF"/>
          </a:solidFill>
          <a:ln/>
          <a:effectLst>
            <a:outerShdw blurRad="101600" dist="25400" dir="5400000" algn="bl" rotWithShape="0">
              <a:srgbClr val="000000">
                <a:alpha val="12000"/>
              </a:srgbClr>
            </a:outerShdw>
          </a:effectLst>
        </p:spPr>
        <p:txBody>
          <a:bodyPr/>
          <a:lstStyle/>
          <a:p>
            <a:endParaRPr lang="en-US"/>
          </a:p>
        </p:txBody>
      </p:sp>
      <p:sp>
        <p:nvSpPr>
          <p:cNvPr id="7" name="Shape 4"/>
          <p:cNvSpPr/>
          <p:nvPr/>
        </p:nvSpPr>
        <p:spPr>
          <a:xfrm>
            <a:off x="777240" y="1691640"/>
            <a:ext cx="640080" cy="640080"/>
          </a:xfrm>
          <a:prstGeom prst="ellipse">
            <a:avLst/>
          </a:prstGeom>
          <a:solidFill>
            <a:srgbClr val="5A1E2B"/>
          </a:solidFill>
          <a:ln w="12700">
            <a:solidFill>
              <a:srgbClr val="5A1E2B"/>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937260" y="1851660"/>
            <a:ext cx="320040" cy="320040"/>
          </a:xfrm>
          <a:prstGeom prst="rect">
            <a:avLst/>
          </a:prstGeom>
        </p:spPr>
      </p:pic>
      <p:sp>
        <p:nvSpPr>
          <p:cNvPr id="9" name="Text 5"/>
          <p:cNvSpPr txBox="1"/>
          <p:nvPr/>
        </p:nvSpPr>
        <p:spPr>
          <a:xfrm>
            <a:off x="1600200" y="1417320"/>
            <a:ext cx="2606040" cy="502920"/>
          </a:xfrm>
          <a:prstGeom prst="rect">
            <a:avLst/>
          </a:prstGeom>
          <a:noFill/>
          <a:ln/>
        </p:spPr>
        <p:txBody>
          <a:bodyPr wrap="square" lIns="0" tIns="0" rIns="0" bIns="0" rtlCol="0" anchor="t"/>
          <a:lstStyle/>
          <a:p>
            <a:pPr marL="0" indent="0">
              <a:buNone/>
            </a:pPr>
            <a:r>
              <a:rPr lang="en-US" sz="1500" b="1" dirty="0">
                <a:solidFill>
                  <a:srgbClr val="5A1E2B"/>
                </a:solidFill>
                <a:latin typeface="Cambria" pitchFamily="34" charset="0"/>
                <a:ea typeface="Cambria" pitchFamily="34" charset="-122"/>
                <a:cs typeface="Cambria" pitchFamily="34" charset="-120"/>
              </a:rPr>
              <a:t>Power is not the same as victory</a:t>
            </a:r>
            <a:endParaRPr lang="en-US" sz="1500" dirty="0"/>
          </a:p>
        </p:txBody>
      </p:sp>
      <p:sp>
        <p:nvSpPr>
          <p:cNvPr id="10" name="Text 6"/>
          <p:cNvSpPr txBox="1"/>
          <p:nvPr/>
        </p:nvSpPr>
        <p:spPr>
          <a:xfrm>
            <a:off x="1600200" y="1965960"/>
            <a:ext cx="2606040" cy="685800"/>
          </a:xfrm>
          <a:prstGeom prst="rect">
            <a:avLst/>
          </a:prstGeom>
          <a:noFill/>
          <a:ln/>
        </p:spPr>
        <p:txBody>
          <a:bodyPr wrap="square" lIns="0" tIns="0" rIns="0" bIns="0" rtlCol="0" anchor="t"/>
          <a:lstStyle/>
          <a:p>
            <a:pPr marL="0" indent="0">
              <a:buNone/>
            </a:pPr>
            <a:r>
              <a:rPr lang="en-US" sz="1200" dirty="0">
                <a:solidFill>
                  <a:srgbClr val="2B2226"/>
                </a:solidFill>
                <a:latin typeface="Calibri" pitchFamily="34" charset="0"/>
                <a:ea typeface="Calibri" pitchFamily="34" charset="-122"/>
                <a:cs typeface="Calibri" pitchFamily="34" charset="-120"/>
              </a:rPr>
              <a:t>Bharata's empire meant little while it cost him his brothers.</a:t>
            </a:r>
            <a:endParaRPr lang="en-US" sz="1200" dirty="0"/>
          </a:p>
        </p:txBody>
      </p:sp>
      <p:sp>
        <p:nvSpPr>
          <p:cNvPr id="11" name="Shape 7"/>
          <p:cNvSpPr/>
          <p:nvPr/>
        </p:nvSpPr>
        <p:spPr>
          <a:xfrm>
            <a:off x="4617720" y="1280160"/>
            <a:ext cx="3794760" cy="1463040"/>
          </a:xfrm>
          <a:prstGeom prst="rect">
            <a:avLst/>
          </a:prstGeom>
          <a:solidFill>
            <a:srgbClr val="FFFFFF"/>
          </a:solidFill>
          <a:ln/>
          <a:effectLst>
            <a:outerShdw blurRad="101600" dist="25400" dir="5400000" algn="bl" rotWithShape="0">
              <a:srgbClr val="000000">
                <a:alpha val="12000"/>
              </a:srgbClr>
            </a:outerShdw>
          </a:effectLst>
        </p:spPr>
        <p:txBody>
          <a:bodyPr/>
          <a:lstStyle/>
          <a:p>
            <a:endParaRPr lang="en-US"/>
          </a:p>
        </p:txBody>
      </p:sp>
      <p:sp>
        <p:nvSpPr>
          <p:cNvPr id="12" name="Shape 8"/>
          <p:cNvSpPr/>
          <p:nvPr/>
        </p:nvSpPr>
        <p:spPr>
          <a:xfrm>
            <a:off x="4846320" y="1691640"/>
            <a:ext cx="640080" cy="640080"/>
          </a:xfrm>
          <a:prstGeom prst="ellipse">
            <a:avLst/>
          </a:prstGeom>
          <a:solidFill>
            <a:srgbClr val="5A1E2B"/>
          </a:solidFill>
          <a:ln w="12700">
            <a:solidFill>
              <a:srgbClr val="5A1E2B"/>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5006340" y="1851660"/>
            <a:ext cx="320040" cy="320040"/>
          </a:xfrm>
          <a:prstGeom prst="rect">
            <a:avLst/>
          </a:prstGeom>
        </p:spPr>
      </p:pic>
      <p:sp>
        <p:nvSpPr>
          <p:cNvPr id="14" name="Text 9"/>
          <p:cNvSpPr txBox="1"/>
          <p:nvPr/>
        </p:nvSpPr>
        <p:spPr>
          <a:xfrm>
            <a:off x="5669280" y="1417320"/>
            <a:ext cx="2606040" cy="502920"/>
          </a:xfrm>
          <a:prstGeom prst="rect">
            <a:avLst/>
          </a:prstGeom>
          <a:noFill/>
          <a:ln/>
        </p:spPr>
        <p:txBody>
          <a:bodyPr wrap="square" lIns="0" tIns="0" rIns="0" bIns="0" rtlCol="0" anchor="t"/>
          <a:lstStyle/>
          <a:p>
            <a:pPr marL="0" indent="0">
              <a:buNone/>
            </a:pPr>
            <a:r>
              <a:rPr lang="en-US" sz="1500" b="1" dirty="0">
                <a:solidFill>
                  <a:srgbClr val="5A1E2B"/>
                </a:solidFill>
                <a:latin typeface="Cambria" pitchFamily="34" charset="0"/>
                <a:ea typeface="Cambria" pitchFamily="34" charset="-122"/>
                <a:cs typeface="Cambria" pitchFamily="34" charset="-120"/>
              </a:rPr>
              <a:t>Anger clouds judgement</a:t>
            </a:r>
            <a:endParaRPr lang="en-US" sz="1500" dirty="0"/>
          </a:p>
        </p:txBody>
      </p:sp>
      <p:sp>
        <p:nvSpPr>
          <p:cNvPr id="15" name="Text 10"/>
          <p:cNvSpPr txBox="1"/>
          <p:nvPr/>
        </p:nvSpPr>
        <p:spPr>
          <a:xfrm>
            <a:off x="5669280" y="1965960"/>
            <a:ext cx="2606040" cy="685800"/>
          </a:xfrm>
          <a:prstGeom prst="rect">
            <a:avLst/>
          </a:prstGeom>
          <a:noFill/>
          <a:ln/>
        </p:spPr>
        <p:txBody>
          <a:bodyPr wrap="square" lIns="0" tIns="0" rIns="0" bIns="0" rtlCol="0" anchor="t"/>
          <a:lstStyle/>
          <a:p>
            <a:pPr marL="0" indent="0">
              <a:buNone/>
            </a:pPr>
            <a:r>
              <a:rPr lang="en-US" sz="1200" dirty="0">
                <a:solidFill>
                  <a:srgbClr val="2B2226"/>
                </a:solidFill>
                <a:latin typeface="Calibri" pitchFamily="34" charset="0"/>
                <a:ea typeface="Calibri" pitchFamily="34" charset="-122"/>
                <a:cs typeface="Calibri" pitchFamily="34" charset="-120"/>
              </a:rPr>
              <a:t>In rage, Bharata threw a weapon at his own brother.</a:t>
            </a:r>
            <a:endParaRPr lang="en-US" sz="1200" dirty="0"/>
          </a:p>
        </p:txBody>
      </p:sp>
      <p:sp>
        <p:nvSpPr>
          <p:cNvPr id="16" name="Shape 11"/>
          <p:cNvSpPr/>
          <p:nvPr/>
        </p:nvSpPr>
        <p:spPr>
          <a:xfrm>
            <a:off x="548640" y="2926080"/>
            <a:ext cx="3794760" cy="1463040"/>
          </a:xfrm>
          <a:prstGeom prst="rect">
            <a:avLst/>
          </a:prstGeom>
          <a:solidFill>
            <a:srgbClr val="FFFFFF"/>
          </a:solidFill>
          <a:ln/>
          <a:effectLst>
            <a:outerShdw blurRad="101600" dist="25400" dir="5400000" algn="bl" rotWithShape="0">
              <a:srgbClr val="000000">
                <a:alpha val="12000"/>
              </a:srgbClr>
            </a:outerShdw>
          </a:effectLst>
        </p:spPr>
        <p:txBody>
          <a:bodyPr/>
          <a:lstStyle/>
          <a:p>
            <a:endParaRPr lang="en-US"/>
          </a:p>
        </p:txBody>
      </p:sp>
      <p:sp>
        <p:nvSpPr>
          <p:cNvPr id="17" name="Shape 12"/>
          <p:cNvSpPr/>
          <p:nvPr/>
        </p:nvSpPr>
        <p:spPr>
          <a:xfrm>
            <a:off x="777240" y="3337560"/>
            <a:ext cx="640080" cy="640080"/>
          </a:xfrm>
          <a:prstGeom prst="ellipse">
            <a:avLst/>
          </a:prstGeom>
          <a:solidFill>
            <a:srgbClr val="5A1E2B"/>
          </a:solidFill>
          <a:ln w="12700">
            <a:solidFill>
              <a:srgbClr val="5A1E2B"/>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937260" y="3497580"/>
            <a:ext cx="320040" cy="320040"/>
          </a:xfrm>
          <a:prstGeom prst="rect">
            <a:avLst/>
          </a:prstGeom>
        </p:spPr>
      </p:pic>
      <p:sp>
        <p:nvSpPr>
          <p:cNvPr id="19" name="Text 13"/>
          <p:cNvSpPr txBox="1"/>
          <p:nvPr/>
        </p:nvSpPr>
        <p:spPr>
          <a:xfrm>
            <a:off x="1600200" y="3063240"/>
            <a:ext cx="2606040" cy="502920"/>
          </a:xfrm>
          <a:prstGeom prst="rect">
            <a:avLst/>
          </a:prstGeom>
          <a:noFill/>
          <a:ln/>
        </p:spPr>
        <p:txBody>
          <a:bodyPr wrap="square" lIns="0" tIns="0" rIns="0" bIns="0" rtlCol="0" anchor="t"/>
          <a:lstStyle/>
          <a:p>
            <a:pPr marL="0" indent="0">
              <a:buNone/>
            </a:pPr>
            <a:r>
              <a:rPr lang="en-US" sz="1500" b="1" dirty="0">
                <a:solidFill>
                  <a:srgbClr val="5A1E2B"/>
                </a:solidFill>
                <a:latin typeface="Cambria" pitchFamily="34" charset="0"/>
                <a:ea typeface="Cambria" pitchFamily="34" charset="-122"/>
                <a:cs typeface="Cambria" pitchFamily="34" charset="-120"/>
              </a:rPr>
              <a:t>Ego is subtle</a:t>
            </a:r>
            <a:endParaRPr lang="en-US" sz="1500" dirty="0"/>
          </a:p>
        </p:txBody>
      </p:sp>
      <p:sp>
        <p:nvSpPr>
          <p:cNvPr id="20" name="Text 14"/>
          <p:cNvSpPr txBox="1"/>
          <p:nvPr/>
        </p:nvSpPr>
        <p:spPr>
          <a:xfrm>
            <a:off x="1600200" y="3611880"/>
            <a:ext cx="2606040" cy="685800"/>
          </a:xfrm>
          <a:prstGeom prst="rect">
            <a:avLst/>
          </a:prstGeom>
          <a:noFill/>
          <a:ln/>
        </p:spPr>
        <p:txBody>
          <a:bodyPr wrap="square" lIns="0" tIns="0" rIns="0" bIns="0" rtlCol="0" anchor="t"/>
          <a:lstStyle/>
          <a:p>
            <a:pPr marL="0" indent="0">
              <a:buNone/>
            </a:pPr>
            <a:r>
              <a:rPr lang="en-US" sz="1200" dirty="0">
                <a:solidFill>
                  <a:srgbClr val="2B2226"/>
                </a:solidFill>
                <a:latin typeface="Calibri" pitchFamily="34" charset="0"/>
                <a:ea typeface="Calibri" pitchFamily="34" charset="-122"/>
                <a:cs typeface="Calibri" pitchFamily="34" charset="-120"/>
              </a:rPr>
              <a:t>Even a saintly year of meditation held one last trace of pride.</a:t>
            </a:r>
            <a:endParaRPr lang="en-US" sz="1200" dirty="0"/>
          </a:p>
        </p:txBody>
      </p:sp>
      <p:sp>
        <p:nvSpPr>
          <p:cNvPr id="21" name="Shape 15"/>
          <p:cNvSpPr/>
          <p:nvPr/>
        </p:nvSpPr>
        <p:spPr>
          <a:xfrm>
            <a:off x="4617720" y="2926080"/>
            <a:ext cx="3794760" cy="1463040"/>
          </a:xfrm>
          <a:prstGeom prst="rect">
            <a:avLst/>
          </a:prstGeom>
          <a:solidFill>
            <a:srgbClr val="FFFFFF"/>
          </a:solidFill>
          <a:ln/>
          <a:effectLst>
            <a:outerShdw blurRad="101600" dist="25400" dir="5400000" algn="bl" rotWithShape="0">
              <a:srgbClr val="000000">
                <a:alpha val="12000"/>
              </a:srgbClr>
            </a:outerShdw>
          </a:effectLst>
        </p:spPr>
        <p:txBody>
          <a:bodyPr/>
          <a:lstStyle/>
          <a:p>
            <a:endParaRPr lang="en-US"/>
          </a:p>
        </p:txBody>
      </p:sp>
      <p:sp>
        <p:nvSpPr>
          <p:cNvPr id="22" name="Shape 16"/>
          <p:cNvSpPr/>
          <p:nvPr/>
        </p:nvSpPr>
        <p:spPr>
          <a:xfrm>
            <a:off x="4846320" y="3337560"/>
            <a:ext cx="640080" cy="640080"/>
          </a:xfrm>
          <a:prstGeom prst="ellipse">
            <a:avLst/>
          </a:prstGeom>
          <a:solidFill>
            <a:srgbClr val="5A1E2B"/>
          </a:solidFill>
          <a:ln w="12700">
            <a:solidFill>
              <a:srgbClr val="5A1E2B"/>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5006340" y="3497580"/>
            <a:ext cx="320040" cy="320040"/>
          </a:xfrm>
          <a:prstGeom prst="rect">
            <a:avLst/>
          </a:prstGeom>
        </p:spPr>
      </p:pic>
      <p:sp>
        <p:nvSpPr>
          <p:cNvPr id="24" name="Text 17"/>
          <p:cNvSpPr txBox="1"/>
          <p:nvPr/>
        </p:nvSpPr>
        <p:spPr>
          <a:xfrm>
            <a:off x="5669280" y="3063240"/>
            <a:ext cx="2606040" cy="502920"/>
          </a:xfrm>
          <a:prstGeom prst="rect">
            <a:avLst/>
          </a:prstGeom>
          <a:noFill/>
          <a:ln/>
        </p:spPr>
        <p:txBody>
          <a:bodyPr wrap="square" lIns="0" tIns="0" rIns="0" bIns="0" rtlCol="0" anchor="t"/>
          <a:lstStyle/>
          <a:p>
            <a:pPr marL="0" indent="0">
              <a:buNone/>
            </a:pPr>
            <a:r>
              <a:rPr lang="en-US" sz="1500" b="1" dirty="0">
                <a:solidFill>
                  <a:srgbClr val="5A1E2B"/>
                </a:solidFill>
                <a:latin typeface="Cambria" pitchFamily="34" charset="0"/>
                <a:ea typeface="Cambria" pitchFamily="34" charset="-122"/>
                <a:cs typeface="Cambria" pitchFamily="34" charset="-120"/>
              </a:rPr>
              <a:t>Humility and forgiveness heal</a:t>
            </a:r>
            <a:endParaRPr lang="en-US" sz="1500" dirty="0"/>
          </a:p>
        </p:txBody>
      </p:sp>
      <p:sp>
        <p:nvSpPr>
          <p:cNvPr id="25" name="Text 18"/>
          <p:cNvSpPr txBox="1"/>
          <p:nvPr/>
        </p:nvSpPr>
        <p:spPr>
          <a:xfrm>
            <a:off x="5669280" y="3611880"/>
            <a:ext cx="2606040" cy="685800"/>
          </a:xfrm>
          <a:prstGeom prst="rect">
            <a:avLst/>
          </a:prstGeom>
          <a:noFill/>
          <a:ln/>
        </p:spPr>
        <p:txBody>
          <a:bodyPr wrap="square" lIns="0" tIns="0" rIns="0" bIns="0" rtlCol="0" anchor="t"/>
          <a:lstStyle/>
          <a:p>
            <a:pPr marL="0" indent="0">
              <a:buNone/>
            </a:pPr>
            <a:r>
              <a:rPr lang="en-US" sz="1200" dirty="0">
                <a:solidFill>
                  <a:srgbClr val="2B2226"/>
                </a:solidFill>
                <a:latin typeface="Calibri" pitchFamily="34" charset="0"/>
                <a:ea typeface="Calibri" pitchFamily="34" charset="-122"/>
                <a:cs typeface="Calibri" pitchFamily="34" charset="-120"/>
              </a:rPr>
              <a:t>Bharata's bow ended the quarrel and helped liberate Bahubali.</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5A1E2B"/>
        </a:solidFill>
        <a:effectLst/>
      </p:bgPr>
    </p:bg>
    <p:spTree>
      <p:nvGrpSpPr>
        <p:cNvPr id="1" name=""/>
        <p:cNvGrpSpPr/>
        <p:nvPr/>
      </p:nvGrpSpPr>
      <p:grpSpPr>
        <a:xfrm>
          <a:off x="0" y="0"/>
          <a:ext cx="0" cy="0"/>
          <a:chOff x="0" y="0"/>
          <a:chExt cx="0" cy="0"/>
        </a:xfrm>
      </p:grpSpPr>
      <p:sp>
        <p:nvSpPr>
          <p:cNvPr id="3" name="Text 0"/>
          <p:cNvSpPr txBox="1"/>
          <p:nvPr/>
        </p:nvSpPr>
        <p:spPr>
          <a:xfrm>
            <a:off x="548640" y="548640"/>
            <a:ext cx="429768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Legacy and reflection</a:t>
            </a:r>
            <a:endParaRPr lang="en-US" sz="3200" dirty="0"/>
          </a:p>
        </p:txBody>
      </p:sp>
      <p:sp>
        <p:nvSpPr>
          <p:cNvPr id="4" name="Text 1"/>
          <p:cNvSpPr txBox="1"/>
          <p:nvPr/>
        </p:nvSpPr>
        <p:spPr>
          <a:xfrm>
            <a:off x="548640" y="1371600"/>
            <a:ext cx="384048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BCFD5"/>
                </a:solidFill>
                <a:latin typeface="Calibri" pitchFamily="34" charset="0"/>
                <a:ea typeface="Calibri" pitchFamily="34" charset="-122"/>
                <a:cs typeface="Calibri" pitchFamily="34" charset="-120"/>
              </a:rPr>
              <a:t>Bahubali is honoured across Jain tradition. His statue at Shravanabelagola, consecrated in 981 CE, is one of the tallest free-standing monolithic statues.</a:t>
            </a:r>
            <a:endParaRPr lang="en-US" sz="1400" dirty="0"/>
          </a:p>
          <a:p>
            <a:pPr marL="342900" indent="-342900">
              <a:spcAft>
                <a:spcPts val="800"/>
              </a:spcAft>
              <a:buSzPct val="100000"/>
              <a:buChar char="•"/>
            </a:pPr>
            <a:r>
              <a:rPr lang="en-US" sz="1400" dirty="0">
                <a:solidFill>
                  <a:srgbClr val="EBCFD5"/>
                </a:solidFill>
                <a:latin typeface="Calibri" pitchFamily="34" charset="0"/>
                <a:ea typeface="Calibri" pitchFamily="34" charset="-122"/>
                <a:cs typeface="Calibri" pitchFamily="34" charset="-120"/>
              </a:rPr>
              <a:t>Every twelve years, devotees pour milk, water and flowers over it in the Mahamastakabhisheka.</a:t>
            </a:r>
            <a:endParaRPr lang="en-US" sz="1400" dirty="0"/>
          </a:p>
          <a:p>
            <a:pPr marL="342900" indent="-342900">
              <a:spcAft>
                <a:spcPts val="800"/>
              </a:spcAft>
              <a:buSzPct val="100000"/>
              <a:buChar char="•"/>
            </a:pPr>
            <a:r>
              <a:rPr lang="en-US" sz="1400" dirty="0">
                <a:solidFill>
                  <a:srgbClr val="EBCFD5"/>
                </a:solidFill>
                <a:latin typeface="Calibri" pitchFamily="34" charset="0"/>
                <a:ea typeface="Calibri" pitchFamily="34" charset="-122"/>
                <a:cs typeface="Calibri" pitchFamily="34" charset="-120"/>
              </a:rPr>
              <a:t>Tradition says Bharata gave India its ancient name, Bharatavarsha.</a:t>
            </a:r>
            <a:endParaRPr lang="en-US" sz="1400" dirty="0"/>
          </a:p>
          <a:p>
            <a:pPr marL="342900" indent="-342900">
              <a:spcAft>
                <a:spcPts val="800"/>
              </a:spcAft>
              <a:buSzPct val="100000"/>
              <a:buChar char="•"/>
            </a:pPr>
            <a:r>
              <a:rPr lang="en-US" sz="1400" dirty="0">
                <a:solidFill>
                  <a:srgbClr val="EBCFD5"/>
                </a:solidFill>
                <a:latin typeface="Calibri" pitchFamily="34" charset="0"/>
                <a:ea typeface="Calibri" pitchFamily="34" charset="-122"/>
                <a:cs typeface="Calibri" pitchFamily="34" charset="-120"/>
              </a:rPr>
              <a:t>Ask yourself: where am I winning a quarrel but losing a relationship?</a:t>
            </a:r>
            <a:endParaRPr lang="en-US" sz="1400" dirty="0"/>
          </a:p>
        </p:txBody>
      </p:sp>
      <p:sp>
        <p:nvSpPr>
          <p:cNvPr id="5" name="Shape 2"/>
          <p:cNvSpPr/>
          <p:nvPr/>
        </p:nvSpPr>
        <p:spPr>
          <a:xfrm>
            <a:off x="4562856" y="905256"/>
            <a:ext cx="3950208" cy="3310128"/>
          </a:xfrm>
          <a:prstGeom prst="roundRect">
            <a:avLst>
              <a:gd name="adj" fmla="val 3315"/>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4617720" y="960120"/>
            <a:ext cx="3840480" cy="3200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1112</Words>
  <Application>Microsoft Macintosh PowerPoint</Application>
  <PresentationFormat>On-screen Show (16:9)</PresentationFormat>
  <Paragraphs>114</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Bharata and Bahubali - Adi Purana</dc:title>
  <dc:subject>PptxGenJS Presentation</dc:subject>
  <dc:creator>PptxGenJS</dc:creator>
  <cp:lastModifiedBy>AMAN MISHRA</cp:lastModifiedBy>
  <cp:revision>2</cp:revision>
  <dcterms:created xsi:type="dcterms:W3CDTF">2026-09-29T06:52:26Z</dcterms:created>
  <dcterms:modified xsi:type="dcterms:W3CDTF">2026-09-29T07:18:37Z</dcterms:modified>
</cp:coreProperties>
</file>