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37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1"/>
  </p:notesMasterIdLst>
  <p:sldIdLst>
    <p:sldId id="256" r:id="rId2"/>
    <p:sldId id="257" r:id="rId3"/>
    <p:sldId id="259" r:id="rId4"/>
    <p:sldId id="269" r:id="rId5"/>
    <p:sldId id="299" r:id="rId6"/>
    <p:sldId id="270" r:id="rId7"/>
    <p:sldId id="271" r:id="rId8"/>
    <p:sldId id="272" r:id="rId9"/>
    <p:sldId id="274" r:id="rId10"/>
    <p:sldId id="275" r:id="rId11"/>
    <p:sldId id="321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323" r:id="rId22"/>
    <p:sldId id="324" r:id="rId23"/>
    <p:sldId id="325" r:id="rId24"/>
    <p:sldId id="326" r:id="rId25"/>
    <p:sldId id="327" r:id="rId26"/>
    <p:sldId id="328" r:id="rId27"/>
    <p:sldId id="285" r:id="rId28"/>
    <p:sldId id="286" r:id="rId29"/>
    <p:sldId id="287" r:id="rId30"/>
    <p:sldId id="288" r:id="rId31"/>
    <p:sldId id="290" r:id="rId32"/>
    <p:sldId id="291" r:id="rId33"/>
    <p:sldId id="329" r:id="rId34"/>
    <p:sldId id="330" r:id="rId35"/>
    <p:sldId id="331" r:id="rId36"/>
    <p:sldId id="292" r:id="rId37"/>
    <p:sldId id="293" r:id="rId38"/>
    <p:sldId id="332" r:id="rId39"/>
    <p:sldId id="303" r:id="rId40"/>
    <p:sldId id="305" r:id="rId41"/>
    <p:sldId id="304" r:id="rId42"/>
    <p:sldId id="297" r:id="rId43"/>
    <p:sldId id="298" r:id="rId44"/>
    <p:sldId id="306" r:id="rId45"/>
    <p:sldId id="310" r:id="rId46"/>
    <p:sldId id="333" r:id="rId47"/>
    <p:sldId id="307" r:id="rId48"/>
    <p:sldId id="308" r:id="rId49"/>
    <p:sldId id="309" r:id="rId50"/>
    <p:sldId id="312" r:id="rId51"/>
    <p:sldId id="313" r:id="rId52"/>
    <p:sldId id="314" r:id="rId53"/>
    <p:sldId id="322" r:id="rId54"/>
    <p:sldId id="315" r:id="rId55"/>
    <p:sldId id="316" r:id="rId56"/>
    <p:sldId id="317" r:id="rId57"/>
    <p:sldId id="318" r:id="rId58"/>
    <p:sldId id="319" r:id="rId59"/>
    <p:sldId id="320" r:id="rId60"/>
  </p:sldIdLst>
  <p:sldSz cx="12192000" cy="6858000"/>
  <p:notesSz cx="7010400" cy="9296400"/>
  <p:embeddedFontLst>
    <p:embeddedFont>
      <p:font typeface="Cambria Math" panose="02040503050406030204" pitchFamily="18" charset="0"/>
      <p:regular r:id="rId62"/>
    </p:embeddedFont>
    <p:embeddedFont>
      <p:font typeface="Georgia" panose="02040502050405020303" pitchFamily="18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EA280-2511-4ACA-80C2-873936635C76}" v="29" dt="2023-09-01T02:50:32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ka kataria" userId="dd271452-1a57-4dcb-aab4-b0cd4bdc412b" providerId="ADAL" clId="{39FEA280-2511-4ACA-80C2-873936635C76}"/>
    <pc:docChg chg="undo custSel addSld delSld modSld modNotesMaster">
      <pc:chgData name="devika kataria" userId="dd271452-1a57-4dcb-aab4-b0cd4bdc412b" providerId="ADAL" clId="{39FEA280-2511-4ACA-80C2-873936635C76}" dt="2023-09-01T02:50:35.516" v="2355" actId="14100"/>
      <pc:docMkLst>
        <pc:docMk/>
      </pc:docMkLst>
      <pc:sldChg chg="modSp mod 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56"/>
        </pc:sldMkLst>
        <pc:spChg chg="mod">
          <ac:chgData name="devika kataria" userId="dd271452-1a57-4dcb-aab4-b0cd4bdc412b" providerId="ADAL" clId="{39FEA280-2511-4ACA-80C2-873936635C76}" dt="2023-08-22T03:53:00.870" v="31" actId="20577"/>
          <ac:spMkLst>
            <pc:docMk/>
            <pc:sldMk cId="0" sldId="256"/>
            <ac:spMk id="88" creationId="{00000000-0000-0000-0000-000000000000}"/>
          </ac:spMkLst>
        </pc:spChg>
        <pc:spChg chg="mod">
          <ac:chgData name="devika kataria" userId="dd271452-1a57-4dcb-aab4-b0cd4bdc412b" providerId="ADAL" clId="{39FEA280-2511-4ACA-80C2-873936635C76}" dt="2023-08-22T03:51:58.816" v="20" actId="113"/>
          <ac:spMkLst>
            <pc:docMk/>
            <pc:sldMk cId="0" sldId="256"/>
            <ac:spMk id="89" creationId="{00000000-0000-0000-0000-000000000000}"/>
          </ac:spMkLst>
        </pc:spChg>
        <pc:spChg chg="mod">
          <ac:chgData name="devika kataria" userId="dd271452-1a57-4dcb-aab4-b0cd4bdc412b" providerId="ADAL" clId="{39FEA280-2511-4ACA-80C2-873936635C76}" dt="2023-08-22T03:53:09.702" v="34" actId="6549"/>
          <ac:spMkLst>
            <pc:docMk/>
            <pc:sldMk cId="0" sldId="256"/>
            <ac:spMk id="90" creationId="{00000000-0000-0000-0000-000000000000}"/>
          </ac:spMkLst>
        </pc:spChg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57"/>
        </pc:sldMkLst>
      </pc:sldChg>
      <pc:sldChg chg="addSp del mod">
        <pc:chgData name="devika kataria" userId="dd271452-1a57-4dcb-aab4-b0cd4bdc412b" providerId="ADAL" clId="{39FEA280-2511-4ACA-80C2-873936635C76}" dt="2023-08-22T03:53:32.486" v="36" actId="2696"/>
        <pc:sldMkLst>
          <pc:docMk/>
          <pc:sldMk cId="0" sldId="258"/>
        </pc:sldMkLst>
        <pc:spChg chg="add">
          <ac:chgData name="devika kataria" userId="dd271452-1a57-4dcb-aab4-b0cd4bdc412b" providerId="ADAL" clId="{39FEA280-2511-4ACA-80C2-873936635C76}" dt="2023-08-22T03:53:24.172" v="35" actId="22"/>
          <ac:spMkLst>
            <pc:docMk/>
            <pc:sldMk cId="0" sldId="258"/>
            <ac:spMk id="3" creationId="{AE784955-1020-4B63-0DAE-0FDDCF7B8E5B}"/>
          </ac:spMkLst>
        </pc:spChg>
      </pc:sldChg>
      <pc:sldChg chg="addSp modSp mod modClrScheme chgLayout 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59"/>
        </pc:sldMkLst>
        <pc:spChg chg="add mod ord">
          <ac:chgData name="devika kataria" userId="dd271452-1a57-4dcb-aab4-b0cd4bdc412b" providerId="ADAL" clId="{39FEA280-2511-4ACA-80C2-873936635C76}" dt="2023-08-22T04:04:59.851" v="678" actId="20577"/>
          <ac:spMkLst>
            <pc:docMk/>
            <pc:sldMk cId="0" sldId="259"/>
            <ac:spMk id="2" creationId="{8C32648C-F82B-B7B1-A964-5909029FA0E1}"/>
          </ac:spMkLst>
        </pc:spChg>
        <pc:spChg chg="mod ord">
          <ac:chgData name="devika kataria" userId="dd271452-1a57-4dcb-aab4-b0cd4bdc412b" providerId="ADAL" clId="{39FEA280-2511-4ACA-80C2-873936635C76}" dt="2023-08-22T04:04:28.557" v="640" actId="255"/>
          <ac:spMkLst>
            <pc:docMk/>
            <pc:sldMk cId="0" sldId="259"/>
            <ac:spMk id="108" creationId="{00000000-0000-0000-0000-000000000000}"/>
          </ac:spMkLst>
        </pc:spChg>
        <pc:spChg chg="mod ord">
          <ac:chgData name="devika kataria" userId="dd271452-1a57-4dcb-aab4-b0cd4bdc412b" providerId="ADAL" clId="{39FEA280-2511-4ACA-80C2-873936635C76}" dt="2023-08-22T04:03:08.190" v="506" actId="20577"/>
          <ac:spMkLst>
            <pc:docMk/>
            <pc:sldMk cId="0" sldId="259"/>
            <ac:spMk id="109" creationId="{00000000-0000-0000-0000-000000000000}"/>
          </ac:spMkLst>
        </pc:spChg>
      </pc:sldChg>
      <pc:sldChg chg="del">
        <pc:chgData name="devika kataria" userId="dd271452-1a57-4dcb-aab4-b0cd4bdc412b" providerId="ADAL" clId="{39FEA280-2511-4ACA-80C2-873936635C76}" dt="2023-08-22T04:04:45.485" v="641" actId="2696"/>
        <pc:sldMkLst>
          <pc:docMk/>
          <pc:sldMk cId="0" sldId="260"/>
        </pc:sldMkLst>
      </pc:sldChg>
      <pc:sldChg chg="del">
        <pc:chgData name="devika kataria" userId="dd271452-1a57-4dcb-aab4-b0cd4bdc412b" providerId="ADAL" clId="{39FEA280-2511-4ACA-80C2-873936635C76}" dt="2023-08-22T04:05:08.617" v="679" actId="2696"/>
        <pc:sldMkLst>
          <pc:docMk/>
          <pc:sldMk cId="0" sldId="261"/>
        </pc:sldMkLst>
      </pc:sldChg>
      <pc:sldChg chg="del">
        <pc:chgData name="devika kataria" userId="dd271452-1a57-4dcb-aab4-b0cd4bdc412b" providerId="ADAL" clId="{39FEA280-2511-4ACA-80C2-873936635C76}" dt="2023-08-22T04:05:20.331" v="680" actId="2696"/>
        <pc:sldMkLst>
          <pc:docMk/>
          <pc:sldMk cId="0" sldId="262"/>
        </pc:sldMkLst>
      </pc:sldChg>
      <pc:sldChg chg="del">
        <pc:chgData name="devika kataria" userId="dd271452-1a57-4dcb-aab4-b0cd4bdc412b" providerId="ADAL" clId="{39FEA280-2511-4ACA-80C2-873936635C76}" dt="2023-08-22T04:05:28.006" v="681" actId="2696"/>
        <pc:sldMkLst>
          <pc:docMk/>
          <pc:sldMk cId="0" sldId="263"/>
        </pc:sldMkLst>
      </pc:sldChg>
      <pc:sldChg chg="del">
        <pc:chgData name="devika kataria" userId="dd271452-1a57-4dcb-aab4-b0cd4bdc412b" providerId="ADAL" clId="{39FEA280-2511-4ACA-80C2-873936635C76}" dt="2023-08-22T04:05:30.792" v="682" actId="2696"/>
        <pc:sldMkLst>
          <pc:docMk/>
          <pc:sldMk cId="0" sldId="264"/>
        </pc:sldMkLst>
      </pc:sldChg>
      <pc:sldChg chg="addSp modSp del mod">
        <pc:chgData name="devika kataria" userId="dd271452-1a57-4dcb-aab4-b0cd4bdc412b" providerId="ADAL" clId="{39FEA280-2511-4ACA-80C2-873936635C76}" dt="2023-08-22T04:14:33.269" v="857" actId="2696"/>
        <pc:sldMkLst>
          <pc:docMk/>
          <pc:sldMk cId="0" sldId="265"/>
        </pc:sldMkLst>
        <pc:spChg chg="mod">
          <ac:chgData name="devika kataria" userId="dd271452-1a57-4dcb-aab4-b0cd4bdc412b" providerId="ADAL" clId="{39FEA280-2511-4ACA-80C2-873936635C76}" dt="2023-08-22T04:06:38.906" v="790" actId="2711"/>
          <ac:spMkLst>
            <pc:docMk/>
            <pc:sldMk cId="0" sldId="265"/>
            <ac:spMk id="143" creationId="{00000000-0000-0000-0000-000000000000}"/>
          </ac:spMkLst>
        </pc:spChg>
        <pc:spChg chg="mod">
          <ac:chgData name="devika kataria" userId="dd271452-1a57-4dcb-aab4-b0cd4bdc412b" providerId="ADAL" clId="{39FEA280-2511-4ACA-80C2-873936635C76}" dt="2023-08-22T04:13:47.625" v="852" actId="1076"/>
          <ac:spMkLst>
            <pc:docMk/>
            <pc:sldMk cId="0" sldId="265"/>
            <ac:spMk id="144" creationId="{00000000-0000-0000-0000-000000000000}"/>
          </ac:spMkLst>
        </pc:spChg>
        <pc:picChg chg="add mod">
          <ac:chgData name="devika kataria" userId="dd271452-1a57-4dcb-aab4-b0cd4bdc412b" providerId="ADAL" clId="{39FEA280-2511-4ACA-80C2-873936635C76}" dt="2023-08-22T04:13:51.223" v="853" actId="14100"/>
          <ac:picMkLst>
            <pc:docMk/>
            <pc:sldMk cId="0" sldId="265"/>
            <ac:picMk id="1026" creationId="{ED35D98A-45B2-2CED-D8A8-E19F85219C66}"/>
          </ac:picMkLst>
        </pc:picChg>
      </pc:sldChg>
      <pc:sldChg chg="del">
        <pc:chgData name="devika kataria" userId="dd271452-1a57-4dcb-aab4-b0cd4bdc412b" providerId="ADAL" clId="{39FEA280-2511-4ACA-80C2-873936635C76}" dt="2023-08-22T04:14:01.456" v="854" actId="2696"/>
        <pc:sldMkLst>
          <pc:docMk/>
          <pc:sldMk cId="0" sldId="266"/>
        </pc:sldMkLst>
      </pc:sldChg>
      <pc:sldChg chg="del">
        <pc:chgData name="devika kataria" userId="dd271452-1a57-4dcb-aab4-b0cd4bdc412b" providerId="ADAL" clId="{39FEA280-2511-4ACA-80C2-873936635C76}" dt="2023-08-22T04:14:09.625" v="855" actId="2696"/>
        <pc:sldMkLst>
          <pc:docMk/>
          <pc:sldMk cId="0" sldId="267"/>
        </pc:sldMkLst>
      </pc:sldChg>
      <pc:sldChg chg="del">
        <pc:chgData name="devika kataria" userId="dd271452-1a57-4dcb-aab4-b0cd4bdc412b" providerId="ADAL" clId="{39FEA280-2511-4ACA-80C2-873936635C76}" dt="2023-08-22T04:14:17.334" v="856" actId="2696"/>
        <pc:sldMkLst>
          <pc:docMk/>
          <pc:sldMk cId="0" sldId="268"/>
        </pc:sldMkLst>
      </pc:sldChg>
      <pc:sldChg chg="modSp mod 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69"/>
        </pc:sldMkLst>
        <pc:spChg chg="mod">
          <ac:chgData name="devika kataria" userId="dd271452-1a57-4dcb-aab4-b0cd4bdc412b" providerId="ADAL" clId="{39FEA280-2511-4ACA-80C2-873936635C76}" dt="2023-08-22T04:14:47.294" v="859" actId="255"/>
          <ac:spMkLst>
            <pc:docMk/>
            <pc:sldMk cId="0" sldId="269"/>
            <ac:spMk id="175" creationId="{00000000-0000-0000-0000-000000000000}"/>
          </ac:spMkLst>
        </pc:spChg>
      </pc:sldChg>
      <pc:sldChg chg="addSp delSp modSp mod modClrScheme chgLayout 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0"/>
        </pc:sldMkLst>
        <pc:spChg chg="add mod ord">
          <ac:chgData name="devika kataria" userId="dd271452-1a57-4dcb-aab4-b0cd4bdc412b" providerId="ADAL" clId="{39FEA280-2511-4ACA-80C2-873936635C76}" dt="2023-08-22T04:22:52.582" v="1330" actId="20577"/>
          <ac:spMkLst>
            <pc:docMk/>
            <pc:sldMk cId="0" sldId="270"/>
            <ac:spMk id="2" creationId="{45A3FFD2-F0EA-6865-D004-625B2B052FBD}"/>
          </ac:spMkLst>
        </pc:spChg>
        <pc:spChg chg="mod ord">
          <ac:chgData name="devika kataria" userId="dd271452-1a57-4dcb-aab4-b0cd4bdc412b" providerId="ADAL" clId="{39FEA280-2511-4ACA-80C2-873936635C76}" dt="2023-08-22T04:20:29.464" v="1085" actId="700"/>
          <ac:spMkLst>
            <pc:docMk/>
            <pc:sldMk cId="0" sldId="270"/>
            <ac:spMk id="180" creationId="{00000000-0000-0000-0000-000000000000}"/>
          </ac:spMkLst>
        </pc:spChg>
        <pc:spChg chg="del mod">
          <ac:chgData name="devika kataria" userId="dd271452-1a57-4dcb-aab4-b0cd4bdc412b" providerId="ADAL" clId="{39FEA280-2511-4ACA-80C2-873936635C76}" dt="2023-08-22T04:19:58.151" v="1081"/>
          <ac:spMkLst>
            <pc:docMk/>
            <pc:sldMk cId="0" sldId="270"/>
            <ac:spMk id="181" creationId="{00000000-0000-0000-0000-000000000000}"/>
          </ac:spMkLst>
        </pc:spChg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1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2"/>
        </pc:sldMkLst>
      </pc:sldChg>
      <pc:sldChg chg="del">
        <pc:chgData name="devika kataria" userId="dd271452-1a57-4dcb-aab4-b0cd4bdc412b" providerId="ADAL" clId="{39FEA280-2511-4ACA-80C2-873936635C76}" dt="2023-08-22T04:23:51.080" v="1331" actId="2696"/>
        <pc:sldMkLst>
          <pc:docMk/>
          <pc:sldMk cId="0" sldId="273"/>
        </pc:sldMkLst>
      </pc:sldChg>
      <pc:sldChg chg="addSp delSp modSp mod chgLayout 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4"/>
        </pc:sldMkLst>
        <pc:spChg chg="add del mod">
          <ac:chgData name="devika kataria" userId="dd271452-1a57-4dcb-aab4-b0cd4bdc412b" providerId="ADAL" clId="{39FEA280-2511-4ACA-80C2-873936635C76}" dt="2023-08-22T04:27:51.993" v="1333" actId="700"/>
          <ac:spMkLst>
            <pc:docMk/>
            <pc:sldMk cId="0" sldId="274"/>
            <ac:spMk id="3" creationId="{475929A0-6BC7-84A5-E90D-88229C7C7D76}"/>
          </ac:spMkLst>
        </pc:spChg>
        <pc:spChg chg="add mod ord">
          <ac:chgData name="devika kataria" userId="dd271452-1a57-4dcb-aab4-b0cd4bdc412b" providerId="ADAL" clId="{39FEA280-2511-4ACA-80C2-873936635C76}" dt="2023-08-22T04:27:59.132" v="1351" actId="20577"/>
          <ac:spMkLst>
            <pc:docMk/>
            <pc:sldMk cId="0" sldId="274"/>
            <ac:spMk id="4" creationId="{57708986-46EC-48F8-60E9-79DC0CCD4F58}"/>
          </ac:spMkLst>
        </pc:spChg>
        <pc:spChg chg="add del mod ord">
          <ac:chgData name="devika kataria" userId="dd271452-1a57-4dcb-aab4-b0cd4bdc412b" providerId="ADAL" clId="{39FEA280-2511-4ACA-80C2-873936635C76}" dt="2023-08-22T04:29:00.943" v="1355" actId="478"/>
          <ac:spMkLst>
            <pc:docMk/>
            <pc:sldMk cId="0" sldId="274"/>
            <ac:spMk id="5" creationId="{96E24884-15CD-F703-4EBC-E0905BDCAE6B}"/>
          </ac:spMkLst>
        </pc:spChg>
        <pc:spChg chg="del">
          <ac:chgData name="devika kataria" userId="dd271452-1a57-4dcb-aab4-b0cd4bdc412b" providerId="ADAL" clId="{39FEA280-2511-4ACA-80C2-873936635C76}" dt="2023-08-22T04:27:46.645" v="1332" actId="478"/>
          <ac:spMkLst>
            <pc:docMk/>
            <pc:sldMk cId="0" sldId="274"/>
            <ac:spMk id="208" creationId="{00000000-0000-0000-0000-000000000000}"/>
          </ac:spMkLst>
        </pc:spChg>
        <pc:picChg chg="add mod">
          <ac:chgData name="devika kataria" userId="dd271452-1a57-4dcb-aab4-b0cd4bdc412b" providerId="ADAL" clId="{39FEA280-2511-4ACA-80C2-873936635C76}" dt="2023-08-22T04:29:14.319" v="1359" actId="14100"/>
          <ac:picMkLst>
            <pc:docMk/>
            <pc:sldMk cId="0" sldId="274"/>
            <ac:picMk id="7" creationId="{0696277F-8DCF-55A5-CE6F-800888794366}"/>
          </ac:picMkLst>
        </pc:picChg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5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6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7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8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79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80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81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82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83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84"/>
        </pc:sldMkLst>
      </pc:sldChg>
      <pc:sldChg chg="addSp modSp mod modNotes">
        <pc:chgData name="devika kataria" userId="dd271452-1a57-4dcb-aab4-b0cd4bdc412b" providerId="ADAL" clId="{39FEA280-2511-4ACA-80C2-873936635C76}" dt="2023-08-23T08:31:05.118" v="1411" actId="1076"/>
        <pc:sldMkLst>
          <pc:docMk/>
          <pc:sldMk cId="0" sldId="285"/>
        </pc:sldMkLst>
        <pc:spChg chg="add mod">
          <ac:chgData name="devika kataria" userId="dd271452-1a57-4dcb-aab4-b0cd4bdc412b" providerId="ADAL" clId="{39FEA280-2511-4ACA-80C2-873936635C76}" dt="2023-08-23T08:31:00.918" v="1410" actId="1076"/>
          <ac:spMkLst>
            <pc:docMk/>
            <pc:sldMk cId="0" sldId="285"/>
            <ac:spMk id="2" creationId="{017FDF4D-A46E-DFBE-6C71-5CD68F5303E4}"/>
          </ac:spMkLst>
        </pc:spChg>
        <pc:spChg chg="add mod">
          <ac:chgData name="devika kataria" userId="dd271452-1a57-4dcb-aab4-b0cd4bdc412b" providerId="ADAL" clId="{39FEA280-2511-4ACA-80C2-873936635C76}" dt="2023-08-23T08:31:05.118" v="1411" actId="1076"/>
          <ac:spMkLst>
            <pc:docMk/>
            <pc:sldMk cId="0" sldId="285"/>
            <ac:spMk id="3" creationId="{83A35CCC-3919-6AFE-46C9-D71D7BB186FD}"/>
          </ac:spMkLst>
        </pc:spChg>
      </pc:sldChg>
      <pc:sldChg chg="addSp modSp mod modNotes">
        <pc:chgData name="devika kataria" userId="dd271452-1a57-4dcb-aab4-b0cd4bdc412b" providerId="ADAL" clId="{39FEA280-2511-4ACA-80C2-873936635C76}" dt="2023-08-23T09:14:59.358" v="1455" actId="14100"/>
        <pc:sldMkLst>
          <pc:docMk/>
          <pc:sldMk cId="0" sldId="286"/>
        </pc:sldMkLst>
        <pc:spChg chg="add mod">
          <ac:chgData name="devika kataria" userId="dd271452-1a57-4dcb-aab4-b0cd4bdc412b" providerId="ADAL" clId="{39FEA280-2511-4ACA-80C2-873936635C76}" dt="2023-08-23T08:31:13.339" v="1413" actId="1076"/>
          <ac:spMkLst>
            <pc:docMk/>
            <pc:sldMk cId="0" sldId="286"/>
            <ac:spMk id="2" creationId="{24B79FE9-BED8-A1D9-4DCB-C1839D49DFEA}"/>
          </ac:spMkLst>
        </pc:spChg>
        <pc:spChg chg="add mod">
          <ac:chgData name="devika kataria" userId="dd271452-1a57-4dcb-aab4-b0cd4bdc412b" providerId="ADAL" clId="{39FEA280-2511-4ACA-80C2-873936635C76}" dt="2023-08-23T08:31:20.337" v="1417" actId="20577"/>
          <ac:spMkLst>
            <pc:docMk/>
            <pc:sldMk cId="0" sldId="286"/>
            <ac:spMk id="3" creationId="{0C9DD167-8800-4EED-CC29-F36E7DC8D7DE}"/>
          </ac:spMkLst>
        </pc:spChg>
        <pc:spChg chg="add mod">
          <ac:chgData name="devika kataria" userId="dd271452-1a57-4dcb-aab4-b0cd4bdc412b" providerId="ADAL" clId="{39FEA280-2511-4ACA-80C2-873936635C76}" dt="2023-08-23T09:14:59.358" v="1455" actId="14100"/>
          <ac:spMkLst>
            <pc:docMk/>
            <pc:sldMk cId="0" sldId="286"/>
            <ac:spMk id="4" creationId="{ECF3282E-D947-02D6-0F5F-3BE52A4CF823}"/>
          </ac:spMkLst>
        </pc:spChg>
        <pc:spChg chg="add mod">
          <ac:chgData name="devika kataria" userId="dd271452-1a57-4dcb-aab4-b0cd4bdc412b" providerId="ADAL" clId="{39FEA280-2511-4ACA-80C2-873936635C76}" dt="2023-08-23T09:14:50.365" v="1453" actId="1076"/>
          <ac:spMkLst>
            <pc:docMk/>
            <pc:sldMk cId="0" sldId="286"/>
            <ac:spMk id="5" creationId="{4FF4599E-F0DC-FDEA-6617-93E30ABEC7D0}"/>
          </ac:spMkLst>
        </pc:spChg>
      </pc:sldChg>
      <pc:sldChg chg="addSp modSp mod modNotes">
        <pc:chgData name="devika kataria" userId="dd271452-1a57-4dcb-aab4-b0cd4bdc412b" providerId="ADAL" clId="{39FEA280-2511-4ACA-80C2-873936635C76}" dt="2023-08-23T08:29:20.190" v="1378" actId="1076"/>
        <pc:sldMkLst>
          <pc:docMk/>
          <pc:sldMk cId="0" sldId="287"/>
        </pc:sldMkLst>
        <pc:spChg chg="add mod">
          <ac:chgData name="devika kataria" userId="dd271452-1a57-4dcb-aab4-b0cd4bdc412b" providerId="ADAL" clId="{39FEA280-2511-4ACA-80C2-873936635C76}" dt="2023-08-23T08:29:20.190" v="1378" actId="1076"/>
          <ac:spMkLst>
            <pc:docMk/>
            <pc:sldMk cId="0" sldId="287"/>
            <ac:spMk id="5" creationId="{A76AC46A-4060-B767-C7DA-79E27B49B23E}"/>
          </ac:spMkLst>
        </pc:spChg>
        <pc:cxnChg chg="add mod">
          <ac:chgData name="devika kataria" userId="dd271452-1a57-4dcb-aab4-b0cd4bdc412b" providerId="ADAL" clId="{39FEA280-2511-4ACA-80C2-873936635C76}" dt="2023-08-23T08:29:02.282" v="1375" actId="1076"/>
          <ac:cxnSpMkLst>
            <pc:docMk/>
            <pc:sldMk cId="0" sldId="287"/>
            <ac:cxnSpMk id="3" creationId="{C66F35AF-4F25-F94A-CA30-A89D41E87615}"/>
          </ac:cxnSpMkLst>
        </pc:cxnChg>
      </pc:sldChg>
      <pc:sldChg chg="addSp delSp mod modNotes">
        <pc:chgData name="devika kataria" userId="dd271452-1a57-4dcb-aab4-b0cd4bdc412b" providerId="ADAL" clId="{39FEA280-2511-4ACA-80C2-873936635C76}" dt="2023-08-23T09:08:24.906" v="1419"/>
        <pc:sldMkLst>
          <pc:docMk/>
          <pc:sldMk cId="0" sldId="288"/>
        </pc:sldMkLst>
        <pc:picChg chg="del">
          <ac:chgData name="devika kataria" userId="dd271452-1a57-4dcb-aab4-b0cd4bdc412b" providerId="ADAL" clId="{39FEA280-2511-4ACA-80C2-873936635C76}" dt="2023-08-23T09:05:43.839" v="1418" actId="478"/>
          <ac:picMkLst>
            <pc:docMk/>
            <pc:sldMk cId="0" sldId="288"/>
            <ac:picMk id="318" creationId="{00000000-0000-0000-0000-000000000000}"/>
          </ac:picMkLst>
        </pc:picChg>
        <pc:picChg chg="add">
          <ac:chgData name="devika kataria" userId="dd271452-1a57-4dcb-aab4-b0cd4bdc412b" providerId="ADAL" clId="{39FEA280-2511-4ACA-80C2-873936635C76}" dt="2023-08-23T09:08:24.906" v="1419"/>
          <ac:picMkLst>
            <pc:docMk/>
            <pc:sldMk cId="0" sldId="288"/>
            <ac:picMk id="1026" creationId="{7CB03FF6-E0FE-2DE1-944F-8C6BE20E3BAA}"/>
          </ac:picMkLst>
        </pc:picChg>
      </pc:sldChg>
      <pc:sldChg chg="del modNotes">
        <pc:chgData name="devika kataria" userId="dd271452-1a57-4dcb-aab4-b0cd4bdc412b" providerId="ADAL" clId="{39FEA280-2511-4ACA-80C2-873936635C76}" dt="2023-08-23T09:08:53.744" v="1420" actId="2696"/>
        <pc:sldMkLst>
          <pc:docMk/>
          <pc:sldMk cId="0" sldId="289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90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91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92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93"/>
        </pc:sldMkLst>
      </pc:sldChg>
      <pc:sldChg chg="del modNotes">
        <pc:chgData name="devika kataria" userId="dd271452-1a57-4dcb-aab4-b0cd4bdc412b" providerId="ADAL" clId="{39FEA280-2511-4ACA-80C2-873936635C76}" dt="2023-08-24T04:04:16.432" v="1456" actId="2696"/>
        <pc:sldMkLst>
          <pc:docMk/>
          <pc:sldMk cId="0" sldId="294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95"/>
        </pc:sldMkLst>
      </pc:sldChg>
      <pc:sldChg chg="del modNotes">
        <pc:chgData name="devika kataria" userId="dd271452-1a57-4dcb-aab4-b0cd4bdc412b" providerId="ADAL" clId="{39FEA280-2511-4ACA-80C2-873936635C76}" dt="2023-08-24T04:45:41.809" v="1471" actId="2696"/>
        <pc:sldMkLst>
          <pc:docMk/>
          <pc:sldMk cId="0" sldId="296"/>
        </pc:sldMkLst>
      </pc:sldChg>
      <pc:sldChg chg="modNotes">
        <pc:chgData name="devika kataria" userId="dd271452-1a57-4dcb-aab4-b0cd4bdc412b" providerId="ADAL" clId="{39FEA280-2511-4ACA-80C2-873936635C76}" dt="2023-08-22T05:12:23.807" v="1363"/>
        <pc:sldMkLst>
          <pc:docMk/>
          <pc:sldMk cId="0" sldId="297"/>
        </pc:sldMkLst>
      </pc:sldChg>
      <pc:sldChg chg="modSp mod modNotes">
        <pc:chgData name="devika kataria" userId="dd271452-1a57-4dcb-aab4-b0cd4bdc412b" providerId="ADAL" clId="{39FEA280-2511-4ACA-80C2-873936635C76}" dt="2023-08-22T05:44:39.347" v="1367" actId="1035"/>
        <pc:sldMkLst>
          <pc:docMk/>
          <pc:sldMk cId="0" sldId="298"/>
        </pc:sldMkLst>
        <pc:picChg chg="mod">
          <ac:chgData name="devika kataria" userId="dd271452-1a57-4dcb-aab4-b0cd4bdc412b" providerId="ADAL" clId="{39FEA280-2511-4ACA-80C2-873936635C76}" dt="2023-08-22T05:44:39.347" v="1367" actId="1035"/>
          <ac:picMkLst>
            <pc:docMk/>
            <pc:sldMk cId="0" sldId="298"/>
            <ac:picMk id="389" creationId="{00000000-0000-0000-0000-000000000000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8-22T04:44:49.095" v="1362" actId="478"/>
        <pc:sldMkLst>
          <pc:docMk/>
          <pc:sldMk cId="2309920164" sldId="299"/>
        </pc:sldMkLst>
        <pc:spChg chg="mod">
          <ac:chgData name="devika kataria" userId="dd271452-1a57-4dcb-aab4-b0cd4bdc412b" providerId="ADAL" clId="{39FEA280-2511-4ACA-80C2-873936635C76}" dt="2023-08-22T04:17:40.118" v="1043" actId="20577"/>
          <ac:spMkLst>
            <pc:docMk/>
            <pc:sldMk cId="2309920164" sldId="299"/>
            <ac:spMk id="2" creationId="{213507D4-AD00-75F2-2E59-28D836A09EC0}"/>
          </ac:spMkLst>
        </pc:spChg>
        <pc:spChg chg="mod">
          <ac:chgData name="devika kataria" userId="dd271452-1a57-4dcb-aab4-b0cd4bdc412b" providerId="ADAL" clId="{39FEA280-2511-4ACA-80C2-873936635C76}" dt="2023-08-22T04:17:29.057" v="1037" actId="14100"/>
          <ac:spMkLst>
            <pc:docMk/>
            <pc:sldMk cId="2309920164" sldId="299"/>
            <ac:spMk id="3" creationId="{203E81A4-5693-B432-03A9-5CCFDD1FF2E9}"/>
          </ac:spMkLst>
        </pc:spChg>
        <pc:spChg chg="add del mod">
          <ac:chgData name="devika kataria" userId="dd271452-1a57-4dcb-aab4-b0cd4bdc412b" providerId="ADAL" clId="{39FEA280-2511-4ACA-80C2-873936635C76}" dt="2023-08-22T04:44:45.835" v="1361" actId="478"/>
          <ac:spMkLst>
            <pc:docMk/>
            <pc:sldMk cId="2309920164" sldId="299"/>
            <ac:spMk id="4" creationId="{919D7DDD-C260-98B0-9BEA-B172C43F92AF}"/>
          </ac:spMkLst>
        </pc:spChg>
        <pc:spChg chg="add del mod">
          <ac:chgData name="devika kataria" userId="dd271452-1a57-4dcb-aab4-b0cd4bdc412b" providerId="ADAL" clId="{39FEA280-2511-4ACA-80C2-873936635C76}" dt="2023-08-22T04:44:49.095" v="1362" actId="478"/>
          <ac:spMkLst>
            <pc:docMk/>
            <pc:sldMk cId="2309920164" sldId="299"/>
            <ac:spMk id="5" creationId="{7F7355F4-C957-507F-A4F0-549D9016FC87}"/>
          </ac:spMkLst>
        </pc:spChg>
        <pc:picChg chg="add del mod">
          <ac:chgData name="devika kataria" userId="dd271452-1a57-4dcb-aab4-b0cd4bdc412b" providerId="ADAL" clId="{39FEA280-2511-4ACA-80C2-873936635C76}" dt="2023-08-22T04:44:42.345" v="1360" actId="478"/>
          <ac:picMkLst>
            <pc:docMk/>
            <pc:sldMk cId="2309920164" sldId="299"/>
            <ac:picMk id="2050" creationId="{8BFE0BF1-B982-187F-0DF6-0F831640D629}"/>
          </ac:picMkLst>
        </pc:picChg>
      </pc:sldChg>
      <pc:sldChg chg="addSp delSp modSp new del mod">
        <pc:chgData name="devika kataria" userId="dd271452-1a57-4dcb-aab4-b0cd4bdc412b" providerId="ADAL" clId="{39FEA280-2511-4ACA-80C2-873936635C76}" dt="2023-08-24T04:46:03.875" v="1474" actId="2696"/>
        <pc:sldMkLst>
          <pc:docMk/>
          <pc:sldMk cId="1073756622" sldId="300"/>
        </pc:sldMkLst>
        <pc:spChg chg="del">
          <ac:chgData name="devika kataria" userId="dd271452-1a57-4dcb-aab4-b0cd4bdc412b" providerId="ADAL" clId="{39FEA280-2511-4ACA-80C2-873936635C76}" dt="2023-08-24T04:44:58.280" v="1467" actId="478"/>
          <ac:spMkLst>
            <pc:docMk/>
            <pc:sldMk cId="1073756622" sldId="300"/>
            <ac:spMk id="2" creationId="{AD5E21CB-41C8-7BAE-C68C-31FB488F70A8}"/>
          </ac:spMkLst>
        </pc:spChg>
        <pc:spChg chg="del">
          <ac:chgData name="devika kataria" userId="dd271452-1a57-4dcb-aab4-b0cd4bdc412b" providerId="ADAL" clId="{39FEA280-2511-4ACA-80C2-873936635C76}" dt="2023-08-24T04:44:55.303" v="1466" actId="478"/>
          <ac:spMkLst>
            <pc:docMk/>
            <pc:sldMk cId="1073756622" sldId="300"/>
            <ac:spMk id="3" creationId="{4A67C0D0-E9E0-3D12-AF24-BF73CAA2947D}"/>
          </ac:spMkLst>
        </pc:spChg>
        <pc:picChg chg="add mod modCrop">
          <ac:chgData name="devika kataria" userId="dd271452-1a57-4dcb-aab4-b0cd4bdc412b" providerId="ADAL" clId="{39FEA280-2511-4ACA-80C2-873936635C76}" dt="2023-08-24T04:45:06.997" v="1470" actId="1076"/>
          <ac:picMkLst>
            <pc:docMk/>
            <pc:sldMk cId="1073756622" sldId="300"/>
            <ac:picMk id="5" creationId="{4E3FEB91-23FD-9D9A-D2CB-4D9EF5A08D06}"/>
          </ac:picMkLst>
        </pc:picChg>
      </pc:sldChg>
      <pc:sldChg chg="add">
        <pc:chgData name="devika kataria" userId="dd271452-1a57-4dcb-aab4-b0cd4bdc412b" providerId="ADAL" clId="{39FEA280-2511-4ACA-80C2-873936635C76}" dt="2023-08-24T04:45:49.564" v="1472"/>
        <pc:sldMkLst>
          <pc:docMk/>
          <pc:sldMk cId="3213897674" sldId="301"/>
        </pc:sldMkLst>
      </pc:sldChg>
      <pc:sldChg chg="addSp delSp modSp new mod">
        <pc:chgData name="devika kataria" userId="dd271452-1a57-4dcb-aab4-b0cd4bdc412b" providerId="ADAL" clId="{39FEA280-2511-4ACA-80C2-873936635C76}" dt="2023-08-24T04:47:51.595" v="1485" actId="14100"/>
        <pc:sldMkLst>
          <pc:docMk/>
          <pc:sldMk cId="1923796965" sldId="302"/>
        </pc:sldMkLst>
        <pc:spChg chg="del">
          <ac:chgData name="devika kataria" userId="dd271452-1a57-4dcb-aab4-b0cd4bdc412b" providerId="ADAL" clId="{39FEA280-2511-4ACA-80C2-873936635C76}" dt="2023-08-24T04:47:28.813" v="1480" actId="478"/>
          <ac:spMkLst>
            <pc:docMk/>
            <pc:sldMk cId="1923796965" sldId="302"/>
            <ac:spMk id="2" creationId="{8370C542-028D-40F7-E4F0-017D117EFBDD}"/>
          </ac:spMkLst>
        </pc:spChg>
        <pc:spChg chg="del">
          <ac:chgData name="devika kataria" userId="dd271452-1a57-4dcb-aab4-b0cd4bdc412b" providerId="ADAL" clId="{39FEA280-2511-4ACA-80C2-873936635C76}" dt="2023-08-24T04:47:33.364" v="1481" actId="478"/>
          <ac:spMkLst>
            <pc:docMk/>
            <pc:sldMk cId="1923796965" sldId="302"/>
            <ac:spMk id="3" creationId="{90ED45C8-3A42-7907-957A-A16C33529C91}"/>
          </ac:spMkLst>
        </pc:spChg>
        <pc:picChg chg="add mod modCrop">
          <ac:chgData name="devika kataria" userId="dd271452-1a57-4dcb-aab4-b0cd4bdc412b" providerId="ADAL" clId="{39FEA280-2511-4ACA-80C2-873936635C76}" dt="2023-08-24T04:47:51.595" v="1485" actId="14100"/>
          <ac:picMkLst>
            <pc:docMk/>
            <pc:sldMk cId="1923796965" sldId="302"/>
            <ac:picMk id="5" creationId="{7D6D03AC-362F-52A5-8882-4F30FD3A8F0A}"/>
          </ac:picMkLst>
        </pc:picChg>
      </pc:sldChg>
      <pc:sldChg chg="new del">
        <pc:chgData name="devika kataria" userId="dd271452-1a57-4dcb-aab4-b0cd4bdc412b" providerId="ADAL" clId="{39FEA280-2511-4ACA-80C2-873936635C76}" dt="2023-08-24T04:49:16.859" v="1487" actId="2696"/>
        <pc:sldMkLst>
          <pc:docMk/>
          <pc:sldMk cId="360906256" sldId="303"/>
        </pc:sldMkLst>
      </pc:sldChg>
      <pc:sldChg chg="addSp delSp modSp new mod">
        <pc:chgData name="devika kataria" userId="dd271452-1a57-4dcb-aab4-b0cd4bdc412b" providerId="ADAL" clId="{39FEA280-2511-4ACA-80C2-873936635C76}" dt="2023-08-24T04:50:19.875" v="1500" actId="1076"/>
        <pc:sldMkLst>
          <pc:docMk/>
          <pc:sldMk cId="2182718915" sldId="303"/>
        </pc:sldMkLst>
        <pc:spChg chg="del">
          <ac:chgData name="devika kataria" userId="dd271452-1a57-4dcb-aab4-b0cd4bdc412b" providerId="ADAL" clId="{39FEA280-2511-4ACA-80C2-873936635C76}" dt="2023-08-24T04:50:09.708" v="1497" actId="478"/>
          <ac:spMkLst>
            <pc:docMk/>
            <pc:sldMk cId="2182718915" sldId="303"/>
            <ac:spMk id="2" creationId="{AAFFC92B-1CC7-6785-7F7B-8C766C49C338}"/>
          </ac:spMkLst>
        </pc:spChg>
        <pc:spChg chg="del">
          <ac:chgData name="devika kataria" userId="dd271452-1a57-4dcb-aab4-b0cd4bdc412b" providerId="ADAL" clId="{39FEA280-2511-4ACA-80C2-873936635C76}" dt="2023-08-24T04:50:06.806" v="1496" actId="478"/>
          <ac:spMkLst>
            <pc:docMk/>
            <pc:sldMk cId="2182718915" sldId="303"/>
            <ac:spMk id="3" creationId="{6CAB7E58-96B5-C3F1-31FF-F7780A1CC245}"/>
          </ac:spMkLst>
        </pc:spChg>
        <pc:picChg chg="add mod modCrop">
          <ac:chgData name="devika kataria" userId="dd271452-1a57-4dcb-aab4-b0cd4bdc412b" providerId="ADAL" clId="{39FEA280-2511-4ACA-80C2-873936635C76}" dt="2023-08-24T04:50:19.875" v="1500" actId="1076"/>
          <ac:picMkLst>
            <pc:docMk/>
            <pc:sldMk cId="2182718915" sldId="303"/>
            <ac:picMk id="5" creationId="{FEFECFAC-24D4-F2F4-927A-5A0752954B75}"/>
          </ac:picMkLst>
        </pc:picChg>
      </pc:sldChg>
      <pc:sldChg chg="addSp modSp add mod">
        <pc:chgData name="devika kataria" userId="dd271452-1a57-4dcb-aab4-b0cd4bdc412b" providerId="ADAL" clId="{39FEA280-2511-4ACA-80C2-873936635C76}" dt="2023-08-24T04:55:39.253" v="1651" actId="1076"/>
        <pc:sldMkLst>
          <pc:docMk/>
          <pc:sldMk cId="4026472789" sldId="304"/>
        </pc:sldMkLst>
        <pc:spChg chg="mod">
          <ac:chgData name="devika kataria" userId="dd271452-1a57-4dcb-aab4-b0cd4bdc412b" providerId="ADAL" clId="{39FEA280-2511-4ACA-80C2-873936635C76}" dt="2023-08-24T04:55:05.604" v="1642" actId="20577"/>
          <ac:spMkLst>
            <pc:docMk/>
            <pc:sldMk cId="4026472789" sldId="304"/>
            <ac:spMk id="2" creationId="{2759896A-8171-B03A-FEEE-6E3B43FE6D54}"/>
          </ac:spMkLst>
        </pc:spChg>
        <pc:picChg chg="add mod modCrop">
          <ac:chgData name="devika kataria" userId="dd271452-1a57-4dcb-aab4-b0cd4bdc412b" providerId="ADAL" clId="{39FEA280-2511-4ACA-80C2-873936635C76}" dt="2023-08-24T04:55:39.253" v="1651" actId="1076"/>
          <ac:picMkLst>
            <pc:docMk/>
            <pc:sldMk cId="4026472789" sldId="304"/>
            <ac:picMk id="4" creationId="{7A18287D-E958-84B0-84A1-5416A607C07C}"/>
          </ac:picMkLst>
        </pc:picChg>
      </pc:sldChg>
      <pc:sldChg chg="addSp modSp add mod">
        <pc:chgData name="devika kataria" userId="dd271452-1a57-4dcb-aab4-b0cd4bdc412b" providerId="ADAL" clId="{39FEA280-2511-4ACA-80C2-873936635C76}" dt="2023-08-24T04:53:58.259" v="1597" actId="122"/>
        <pc:sldMkLst>
          <pc:docMk/>
          <pc:sldMk cId="3230658839" sldId="305"/>
        </pc:sldMkLst>
        <pc:spChg chg="mod">
          <ac:chgData name="devika kataria" userId="dd271452-1a57-4dcb-aab4-b0cd4bdc412b" providerId="ADAL" clId="{39FEA280-2511-4ACA-80C2-873936635C76}" dt="2023-08-24T04:53:58.259" v="1597" actId="122"/>
          <ac:spMkLst>
            <pc:docMk/>
            <pc:sldMk cId="3230658839" sldId="305"/>
            <ac:spMk id="2" creationId="{2759896A-8171-B03A-FEEE-6E3B43FE6D54}"/>
          </ac:spMkLst>
        </pc:spChg>
        <pc:picChg chg="add mod modCrop">
          <ac:chgData name="devika kataria" userId="dd271452-1a57-4dcb-aab4-b0cd4bdc412b" providerId="ADAL" clId="{39FEA280-2511-4ACA-80C2-873936635C76}" dt="2023-08-24T04:53:09.437" v="1524" actId="1076"/>
          <ac:picMkLst>
            <pc:docMk/>
            <pc:sldMk cId="3230658839" sldId="305"/>
            <ac:picMk id="4" creationId="{0AB733AD-583A-CD82-52A6-0C13412F38F4}"/>
          </ac:picMkLst>
        </pc:picChg>
        <pc:picChg chg="add mod modCrop">
          <ac:chgData name="devika kataria" userId="dd271452-1a57-4dcb-aab4-b0cd4bdc412b" providerId="ADAL" clId="{39FEA280-2511-4ACA-80C2-873936635C76}" dt="2023-08-24T04:53:16.074" v="1526" actId="1076"/>
          <ac:picMkLst>
            <pc:docMk/>
            <pc:sldMk cId="3230658839" sldId="305"/>
            <ac:picMk id="6" creationId="{BD45061F-A68B-23E5-AD35-E1DBA0F67192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31:37.912" v="1847" actId="14100"/>
        <pc:sldMkLst>
          <pc:docMk/>
          <pc:sldMk cId="3798336241" sldId="306"/>
        </pc:sldMkLst>
        <pc:spChg chg="mod">
          <ac:chgData name="devika kataria" userId="dd271452-1a57-4dcb-aab4-b0cd4bdc412b" providerId="ADAL" clId="{39FEA280-2511-4ACA-80C2-873936635C76}" dt="2023-09-01T01:31:00.339" v="1839" actId="207"/>
          <ac:spMkLst>
            <pc:docMk/>
            <pc:sldMk cId="3798336241" sldId="306"/>
            <ac:spMk id="2" creationId="{7CA97A20-F05D-F0F6-0F52-789DA478EFC7}"/>
          </ac:spMkLst>
        </pc:spChg>
        <pc:spChg chg="del">
          <ac:chgData name="devika kataria" userId="dd271452-1a57-4dcb-aab4-b0cd4bdc412b" providerId="ADAL" clId="{39FEA280-2511-4ACA-80C2-873936635C76}" dt="2023-09-01T01:31:28.747" v="1845" actId="478"/>
          <ac:spMkLst>
            <pc:docMk/>
            <pc:sldMk cId="3798336241" sldId="306"/>
            <ac:spMk id="3" creationId="{D1455C52-2392-64A9-6B18-09A736682F97}"/>
          </ac:spMkLst>
        </pc:spChg>
        <pc:picChg chg="add mod modCrop">
          <ac:chgData name="devika kataria" userId="dd271452-1a57-4dcb-aab4-b0cd4bdc412b" providerId="ADAL" clId="{39FEA280-2511-4ACA-80C2-873936635C76}" dt="2023-09-01T01:31:37.912" v="1847" actId="14100"/>
          <ac:picMkLst>
            <pc:docMk/>
            <pc:sldMk cId="3798336241" sldId="306"/>
            <ac:picMk id="5" creationId="{5476E6A6-79A6-98AF-303D-4506073DC986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26:37.443" v="1771" actId="20577"/>
        <pc:sldMkLst>
          <pc:docMk/>
          <pc:sldMk cId="3726275830" sldId="307"/>
        </pc:sldMkLst>
        <pc:spChg chg="mod">
          <ac:chgData name="devika kataria" userId="dd271452-1a57-4dcb-aab4-b0cd4bdc412b" providerId="ADAL" clId="{39FEA280-2511-4ACA-80C2-873936635C76}" dt="2023-09-01T01:26:37.443" v="1771" actId="20577"/>
          <ac:spMkLst>
            <pc:docMk/>
            <pc:sldMk cId="3726275830" sldId="307"/>
            <ac:spMk id="2" creationId="{CDB50772-DF9F-CB90-F582-263F9159C956}"/>
          </ac:spMkLst>
        </pc:spChg>
        <pc:spChg chg="del">
          <ac:chgData name="devika kataria" userId="dd271452-1a57-4dcb-aab4-b0cd4bdc412b" providerId="ADAL" clId="{39FEA280-2511-4ACA-80C2-873936635C76}" dt="2023-09-01T01:17:58.938" v="1755" actId="478"/>
          <ac:spMkLst>
            <pc:docMk/>
            <pc:sldMk cId="3726275830" sldId="307"/>
            <ac:spMk id="3" creationId="{019FDCF8-4ACC-6D13-8269-90BF53188943}"/>
          </ac:spMkLst>
        </pc:spChg>
        <pc:picChg chg="add mod modCrop">
          <ac:chgData name="devika kataria" userId="dd271452-1a57-4dcb-aab4-b0cd4bdc412b" providerId="ADAL" clId="{39FEA280-2511-4ACA-80C2-873936635C76}" dt="2023-09-01T01:26:26.582" v="1768" actId="14100"/>
          <ac:picMkLst>
            <pc:docMk/>
            <pc:sldMk cId="3726275830" sldId="307"/>
            <ac:picMk id="5" creationId="{513E1A85-EA72-C40E-0AF9-0C98A91C4832}"/>
          </ac:picMkLst>
        </pc:picChg>
        <pc:picChg chg="add mod modCrop">
          <ac:chgData name="devika kataria" userId="dd271452-1a57-4dcb-aab4-b0cd4bdc412b" providerId="ADAL" clId="{39FEA280-2511-4ACA-80C2-873936635C76}" dt="2023-09-01T01:26:28.662" v="1769" actId="1076"/>
          <ac:picMkLst>
            <pc:docMk/>
            <pc:sldMk cId="3726275830" sldId="307"/>
            <ac:picMk id="7" creationId="{CC3D7DD0-0153-DFF5-D37E-435811FD9F0A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27:59.256" v="1798" actId="1076"/>
        <pc:sldMkLst>
          <pc:docMk/>
          <pc:sldMk cId="2408479939" sldId="308"/>
        </pc:sldMkLst>
        <pc:spChg chg="mod">
          <ac:chgData name="devika kataria" userId="dd271452-1a57-4dcb-aab4-b0cd4bdc412b" providerId="ADAL" clId="{39FEA280-2511-4ACA-80C2-873936635C76}" dt="2023-09-01T01:27:59.256" v="1798" actId="1076"/>
          <ac:spMkLst>
            <pc:docMk/>
            <pc:sldMk cId="2408479939" sldId="308"/>
            <ac:spMk id="2" creationId="{04F13452-3D6E-FE47-BC21-C90A333106B1}"/>
          </ac:spMkLst>
        </pc:spChg>
        <pc:spChg chg="del">
          <ac:chgData name="devika kataria" userId="dd271452-1a57-4dcb-aab4-b0cd4bdc412b" providerId="ADAL" clId="{39FEA280-2511-4ACA-80C2-873936635C76}" dt="2023-09-01T01:27:39.004" v="1793" actId="478"/>
          <ac:spMkLst>
            <pc:docMk/>
            <pc:sldMk cId="2408479939" sldId="308"/>
            <ac:spMk id="3" creationId="{48F064FC-26A8-C3B2-F96D-6429A724D05F}"/>
          </ac:spMkLst>
        </pc:spChg>
        <pc:picChg chg="add mod modCrop">
          <ac:chgData name="devika kataria" userId="dd271452-1a57-4dcb-aab4-b0cd4bdc412b" providerId="ADAL" clId="{39FEA280-2511-4ACA-80C2-873936635C76}" dt="2023-09-01T01:27:54.800" v="1797" actId="14100"/>
          <ac:picMkLst>
            <pc:docMk/>
            <pc:sldMk cId="2408479939" sldId="308"/>
            <ac:picMk id="5" creationId="{1894CA6F-B458-EE9C-8737-037A69D1D4F0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30:09.521" v="1838" actId="122"/>
        <pc:sldMkLst>
          <pc:docMk/>
          <pc:sldMk cId="66893753" sldId="309"/>
        </pc:sldMkLst>
        <pc:spChg chg="mod">
          <ac:chgData name="devika kataria" userId="dd271452-1a57-4dcb-aab4-b0cd4bdc412b" providerId="ADAL" clId="{39FEA280-2511-4ACA-80C2-873936635C76}" dt="2023-09-01T01:30:09.521" v="1838" actId="122"/>
          <ac:spMkLst>
            <pc:docMk/>
            <pc:sldMk cId="66893753" sldId="309"/>
            <ac:spMk id="2" creationId="{1E10CA10-CB13-11F4-A7A9-38D1395AEF6D}"/>
          </ac:spMkLst>
        </pc:spChg>
        <pc:spChg chg="del">
          <ac:chgData name="devika kataria" userId="dd271452-1a57-4dcb-aab4-b0cd4bdc412b" providerId="ADAL" clId="{39FEA280-2511-4ACA-80C2-873936635C76}" dt="2023-09-01T01:29:11.737" v="1805" actId="478"/>
          <ac:spMkLst>
            <pc:docMk/>
            <pc:sldMk cId="66893753" sldId="309"/>
            <ac:spMk id="3" creationId="{D3C5512B-8D2D-611D-71A5-6874490CC226}"/>
          </ac:spMkLst>
        </pc:spChg>
        <pc:picChg chg="add mod modCrop">
          <ac:chgData name="devika kataria" userId="dd271452-1a57-4dcb-aab4-b0cd4bdc412b" providerId="ADAL" clId="{39FEA280-2511-4ACA-80C2-873936635C76}" dt="2023-09-01T01:29:36.792" v="1811" actId="1076"/>
          <ac:picMkLst>
            <pc:docMk/>
            <pc:sldMk cId="66893753" sldId="309"/>
            <ac:picMk id="5" creationId="{68B3C446-B1D3-56F1-7AFC-94B8498A152E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33:08.715" v="1894" actId="122"/>
        <pc:sldMkLst>
          <pc:docMk/>
          <pc:sldMk cId="1492791276" sldId="310"/>
        </pc:sldMkLst>
        <pc:spChg chg="mod">
          <ac:chgData name="devika kataria" userId="dd271452-1a57-4dcb-aab4-b0cd4bdc412b" providerId="ADAL" clId="{39FEA280-2511-4ACA-80C2-873936635C76}" dt="2023-09-01T01:33:08.715" v="1894" actId="122"/>
          <ac:spMkLst>
            <pc:docMk/>
            <pc:sldMk cId="1492791276" sldId="310"/>
            <ac:spMk id="2" creationId="{070591D8-C3AF-F062-07CD-87FC90924D4F}"/>
          </ac:spMkLst>
        </pc:spChg>
        <pc:spChg chg="del">
          <ac:chgData name="devika kataria" userId="dd271452-1a57-4dcb-aab4-b0cd4bdc412b" providerId="ADAL" clId="{39FEA280-2511-4ACA-80C2-873936635C76}" dt="2023-09-01T01:32:29.455" v="1856" actId="478"/>
          <ac:spMkLst>
            <pc:docMk/>
            <pc:sldMk cId="1492791276" sldId="310"/>
            <ac:spMk id="3" creationId="{14BA4E74-17CF-82E4-0EB0-453664D43CD0}"/>
          </ac:spMkLst>
        </pc:spChg>
        <pc:picChg chg="add mod modCrop">
          <ac:chgData name="devika kataria" userId="dd271452-1a57-4dcb-aab4-b0cd4bdc412b" providerId="ADAL" clId="{39FEA280-2511-4ACA-80C2-873936635C76}" dt="2023-09-01T01:32:38.231" v="1859" actId="1076"/>
          <ac:picMkLst>
            <pc:docMk/>
            <pc:sldMk cId="1492791276" sldId="310"/>
            <ac:picMk id="5" creationId="{4FB74C45-DC13-9D5C-93A1-6CD4374FA9B0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37:12.096" v="1948" actId="1076"/>
        <pc:sldMkLst>
          <pc:docMk/>
          <pc:sldMk cId="1347535747" sldId="311"/>
        </pc:sldMkLst>
        <pc:spChg chg="mod">
          <ac:chgData name="devika kataria" userId="dd271452-1a57-4dcb-aab4-b0cd4bdc412b" providerId="ADAL" clId="{39FEA280-2511-4ACA-80C2-873936635C76}" dt="2023-09-01T01:35:33.579" v="1938" actId="2711"/>
          <ac:spMkLst>
            <pc:docMk/>
            <pc:sldMk cId="1347535747" sldId="311"/>
            <ac:spMk id="2" creationId="{D1C6D5FE-EDF7-5CC6-84BE-982C73C416A1}"/>
          </ac:spMkLst>
        </pc:spChg>
        <pc:spChg chg="del">
          <ac:chgData name="devika kataria" userId="dd271452-1a57-4dcb-aab4-b0cd4bdc412b" providerId="ADAL" clId="{39FEA280-2511-4ACA-80C2-873936635C76}" dt="2023-09-01T01:34:41.120" v="1902" actId="478"/>
          <ac:spMkLst>
            <pc:docMk/>
            <pc:sldMk cId="1347535747" sldId="311"/>
            <ac:spMk id="3" creationId="{72F20405-86AD-2606-CDCC-C3EC04060450}"/>
          </ac:spMkLst>
        </pc:spChg>
        <pc:picChg chg="add mod modCrop">
          <ac:chgData name="devika kataria" userId="dd271452-1a57-4dcb-aab4-b0cd4bdc412b" providerId="ADAL" clId="{39FEA280-2511-4ACA-80C2-873936635C76}" dt="2023-09-01T01:37:12.096" v="1948" actId="1076"/>
          <ac:picMkLst>
            <pc:docMk/>
            <pc:sldMk cId="1347535747" sldId="311"/>
            <ac:picMk id="5" creationId="{9C68B3CB-E9A4-DABB-BEA5-29BE1F4493BE}"/>
          </ac:picMkLst>
        </pc:picChg>
        <pc:picChg chg="add mod modCrop">
          <ac:chgData name="devika kataria" userId="dd271452-1a57-4dcb-aab4-b0cd4bdc412b" providerId="ADAL" clId="{39FEA280-2511-4ACA-80C2-873936635C76}" dt="2023-09-01T01:37:07.765" v="1947" actId="1076"/>
          <ac:picMkLst>
            <pc:docMk/>
            <pc:sldMk cId="1347535747" sldId="311"/>
            <ac:picMk id="7" creationId="{C9322962-47B8-312A-3EF3-8CF7C0938695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39:59.296" v="1988" actId="1076"/>
        <pc:sldMkLst>
          <pc:docMk/>
          <pc:sldMk cId="2029244114" sldId="312"/>
        </pc:sldMkLst>
        <pc:spChg chg="mod">
          <ac:chgData name="devika kataria" userId="dd271452-1a57-4dcb-aab4-b0cd4bdc412b" providerId="ADAL" clId="{39FEA280-2511-4ACA-80C2-873936635C76}" dt="2023-09-01T01:38:49.282" v="1978" actId="207"/>
          <ac:spMkLst>
            <pc:docMk/>
            <pc:sldMk cId="2029244114" sldId="312"/>
            <ac:spMk id="2" creationId="{193A2AF3-AB76-AE35-A83E-FC87F8552F02}"/>
          </ac:spMkLst>
        </pc:spChg>
        <pc:spChg chg="del">
          <ac:chgData name="devika kataria" userId="dd271452-1a57-4dcb-aab4-b0cd4bdc412b" providerId="ADAL" clId="{39FEA280-2511-4ACA-80C2-873936635C76}" dt="2023-09-01T01:38:56.167" v="1979" actId="478"/>
          <ac:spMkLst>
            <pc:docMk/>
            <pc:sldMk cId="2029244114" sldId="312"/>
            <ac:spMk id="3" creationId="{BBC64039-528D-6B95-A9EA-75EF49A6C2B0}"/>
          </ac:spMkLst>
        </pc:spChg>
        <pc:picChg chg="add mod modCrop">
          <ac:chgData name="devika kataria" userId="dd271452-1a57-4dcb-aab4-b0cd4bdc412b" providerId="ADAL" clId="{39FEA280-2511-4ACA-80C2-873936635C76}" dt="2023-09-01T01:39:03.744" v="1981" actId="14100"/>
          <ac:picMkLst>
            <pc:docMk/>
            <pc:sldMk cId="2029244114" sldId="312"/>
            <ac:picMk id="5" creationId="{F819917A-1F68-F796-8B34-53FB41F45627}"/>
          </ac:picMkLst>
        </pc:picChg>
        <pc:picChg chg="add mod modCrop">
          <ac:chgData name="devika kataria" userId="dd271452-1a57-4dcb-aab4-b0cd4bdc412b" providerId="ADAL" clId="{39FEA280-2511-4ACA-80C2-873936635C76}" dt="2023-09-01T01:39:59.296" v="1988" actId="1076"/>
          <ac:picMkLst>
            <pc:docMk/>
            <pc:sldMk cId="2029244114" sldId="312"/>
            <ac:picMk id="7" creationId="{E63FA95A-CD14-3D35-C64D-52B8D2A3D2C9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1:44:45.587" v="2008" actId="2711"/>
        <pc:sldMkLst>
          <pc:docMk/>
          <pc:sldMk cId="2791131586" sldId="313"/>
        </pc:sldMkLst>
        <pc:spChg chg="mod">
          <ac:chgData name="devika kataria" userId="dd271452-1a57-4dcb-aab4-b0cd4bdc412b" providerId="ADAL" clId="{39FEA280-2511-4ACA-80C2-873936635C76}" dt="2023-09-01T01:44:45.587" v="2008" actId="2711"/>
          <ac:spMkLst>
            <pc:docMk/>
            <pc:sldMk cId="2791131586" sldId="313"/>
            <ac:spMk id="2" creationId="{BC723B2B-7024-5068-F683-2C7D7C04A051}"/>
          </ac:spMkLst>
        </pc:spChg>
        <pc:spChg chg="del">
          <ac:chgData name="devika kataria" userId="dd271452-1a57-4dcb-aab4-b0cd4bdc412b" providerId="ADAL" clId="{39FEA280-2511-4ACA-80C2-873936635C76}" dt="2023-09-01T01:44:22.508" v="1995" actId="478"/>
          <ac:spMkLst>
            <pc:docMk/>
            <pc:sldMk cId="2791131586" sldId="313"/>
            <ac:spMk id="3" creationId="{6C17CACF-2A60-8885-5D0E-279599FAFAA9}"/>
          </ac:spMkLst>
        </pc:spChg>
        <pc:picChg chg="add mod modCrop">
          <ac:chgData name="devika kataria" userId="dd271452-1a57-4dcb-aab4-b0cd4bdc412b" providerId="ADAL" clId="{39FEA280-2511-4ACA-80C2-873936635C76}" dt="2023-09-01T01:44:32.537" v="1999" actId="14100"/>
          <ac:picMkLst>
            <pc:docMk/>
            <pc:sldMk cId="2791131586" sldId="313"/>
            <ac:picMk id="5" creationId="{4BF1E341-0EBE-4E25-363C-244C02FDF392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2:09:45.467" v="2053" actId="1076"/>
        <pc:sldMkLst>
          <pc:docMk/>
          <pc:sldMk cId="3130519787" sldId="314"/>
        </pc:sldMkLst>
        <pc:spChg chg="mod">
          <ac:chgData name="devika kataria" userId="dd271452-1a57-4dcb-aab4-b0cd4bdc412b" providerId="ADAL" clId="{39FEA280-2511-4ACA-80C2-873936635C76}" dt="2023-09-01T02:07:08.859" v="2035" actId="122"/>
          <ac:spMkLst>
            <pc:docMk/>
            <pc:sldMk cId="3130519787" sldId="314"/>
            <ac:spMk id="2" creationId="{EA416249-D381-3C57-9A0D-75CB1A013078}"/>
          </ac:spMkLst>
        </pc:spChg>
        <pc:spChg chg="del">
          <ac:chgData name="devika kataria" userId="dd271452-1a57-4dcb-aab4-b0cd4bdc412b" providerId="ADAL" clId="{39FEA280-2511-4ACA-80C2-873936635C76}" dt="2023-09-01T02:07:44.783" v="2041" actId="478"/>
          <ac:spMkLst>
            <pc:docMk/>
            <pc:sldMk cId="3130519787" sldId="314"/>
            <ac:spMk id="3" creationId="{30663B6C-8B09-28C4-A2C9-6988F65B5593}"/>
          </ac:spMkLst>
        </pc:spChg>
        <pc:picChg chg="add mod modCrop">
          <ac:chgData name="devika kataria" userId="dd271452-1a57-4dcb-aab4-b0cd4bdc412b" providerId="ADAL" clId="{39FEA280-2511-4ACA-80C2-873936635C76}" dt="2023-09-01T02:09:45.467" v="2053" actId="1076"/>
          <ac:picMkLst>
            <pc:docMk/>
            <pc:sldMk cId="3130519787" sldId="314"/>
            <ac:picMk id="5" creationId="{355AFE5F-0CA7-6B56-A784-A7423EAEDB61}"/>
          </ac:picMkLst>
        </pc:picChg>
        <pc:picChg chg="add mod modCrop">
          <ac:chgData name="devika kataria" userId="dd271452-1a57-4dcb-aab4-b0cd4bdc412b" providerId="ADAL" clId="{39FEA280-2511-4ACA-80C2-873936635C76}" dt="2023-09-01T02:09:38.611" v="2049" actId="1076"/>
          <ac:picMkLst>
            <pc:docMk/>
            <pc:sldMk cId="3130519787" sldId="314"/>
            <ac:picMk id="7" creationId="{21774999-5CC1-A645-09B9-5373EE1C13D3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2:17:05.204" v="2115" actId="1076"/>
        <pc:sldMkLst>
          <pc:docMk/>
          <pc:sldMk cId="1153112665" sldId="315"/>
        </pc:sldMkLst>
        <pc:spChg chg="mod">
          <ac:chgData name="devika kataria" userId="dd271452-1a57-4dcb-aab4-b0cd4bdc412b" providerId="ADAL" clId="{39FEA280-2511-4ACA-80C2-873936635C76}" dt="2023-09-01T02:17:05.204" v="2115" actId="1076"/>
          <ac:spMkLst>
            <pc:docMk/>
            <pc:sldMk cId="1153112665" sldId="315"/>
            <ac:spMk id="2" creationId="{220156E2-4C08-E3A7-A8FE-1F163DBE0957}"/>
          </ac:spMkLst>
        </pc:spChg>
        <pc:spChg chg="del">
          <ac:chgData name="devika kataria" userId="dd271452-1a57-4dcb-aab4-b0cd4bdc412b" providerId="ADAL" clId="{39FEA280-2511-4ACA-80C2-873936635C76}" dt="2023-09-01T02:10:30" v="2061" actId="478"/>
          <ac:spMkLst>
            <pc:docMk/>
            <pc:sldMk cId="1153112665" sldId="315"/>
            <ac:spMk id="3" creationId="{B65B5866-17BA-A8A3-9353-F2CB566FA47D}"/>
          </ac:spMkLst>
        </pc:spChg>
        <pc:picChg chg="add mod modCrop">
          <ac:chgData name="devika kataria" userId="dd271452-1a57-4dcb-aab4-b0cd4bdc412b" providerId="ADAL" clId="{39FEA280-2511-4ACA-80C2-873936635C76}" dt="2023-09-01T02:17:02.258" v="2114" actId="1076"/>
          <ac:picMkLst>
            <pc:docMk/>
            <pc:sldMk cId="1153112665" sldId="315"/>
            <ac:picMk id="5" creationId="{202383C5-2A19-9914-DB93-988B3F4B41D7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2:22:08.827" v="2158" actId="1076"/>
        <pc:sldMkLst>
          <pc:docMk/>
          <pc:sldMk cId="1188577476" sldId="316"/>
        </pc:sldMkLst>
        <pc:spChg chg="mod">
          <ac:chgData name="devika kataria" userId="dd271452-1a57-4dcb-aab4-b0cd4bdc412b" providerId="ADAL" clId="{39FEA280-2511-4ACA-80C2-873936635C76}" dt="2023-09-01T02:20:52.342" v="2143" actId="207"/>
          <ac:spMkLst>
            <pc:docMk/>
            <pc:sldMk cId="1188577476" sldId="316"/>
            <ac:spMk id="2" creationId="{BE3B08A4-642E-7673-F104-2875106A6063}"/>
          </ac:spMkLst>
        </pc:spChg>
        <pc:spChg chg="del">
          <ac:chgData name="devika kataria" userId="dd271452-1a57-4dcb-aab4-b0cd4bdc412b" providerId="ADAL" clId="{39FEA280-2511-4ACA-80C2-873936635C76}" dt="2023-09-01T02:20:34.298" v="2123" actId="478"/>
          <ac:spMkLst>
            <pc:docMk/>
            <pc:sldMk cId="1188577476" sldId="316"/>
            <ac:spMk id="3" creationId="{18D542B7-F4B7-155E-AAF9-22E7045E2A0F}"/>
          </ac:spMkLst>
        </pc:spChg>
        <pc:picChg chg="add mod modCrop">
          <ac:chgData name="devika kataria" userId="dd271452-1a57-4dcb-aab4-b0cd4bdc412b" providerId="ADAL" clId="{39FEA280-2511-4ACA-80C2-873936635C76}" dt="2023-09-01T02:22:04.002" v="2156" actId="14100"/>
          <ac:picMkLst>
            <pc:docMk/>
            <pc:sldMk cId="1188577476" sldId="316"/>
            <ac:picMk id="5" creationId="{12153DF6-5761-4985-9EE6-63E94A47E723}"/>
          </ac:picMkLst>
        </pc:picChg>
        <pc:picChg chg="add mod modCrop">
          <ac:chgData name="devika kataria" userId="dd271452-1a57-4dcb-aab4-b0cd4bdc412b" providerId="ADAL" clId="{39FEA280-2511-4ACA-80C2-873936635C76}" dt="2023-09-01T02:22:08.827" v="2158" actId="1076"/>
          <ac:picMkLst>
            <pc:docMk/>
            <pc:sldMk cId="1188577476" sldId="316"/>
            <ac:picMk id="7" creationId="{654700AE-60C5-1348-E065-760F1427979D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2:44:32.317" v="2228" actId="1076"/>
        <pc:sldMkLst>
          <pc:docMk/>
          <pc:sldMk cId="2269108630" sldId="317"/>
        </pc:sldMkLst>
        <pc:spChg chg="mod">
          <ac:chgData name="devika kataria" userId="dd271452-1a57-4dcb-aab4-b0cd4bdc412b" providerId="ADAL" clId="{39FEA280-2511-4ACA-80C2-873936635C76}" dt="2023-09-01T02:24:01.406" v="2227" actId="207"/>
          <ac:spMkLst>
            <pc:docMk/>
            <pc:sldMk cId="2269108630" sldId="317"/>
            <ac:spMk id="2" creationId="{77ABC129-C387-22E5-803B-B26E606ECBD4}"/>
          </ac:spMkLst>
        </pc:spChg>
        <pc:spChg chg="del">
          <ac:chgData name="devika kataria" userId="dd271452-1a57-4dcb-aab4-b0cd4bdc412b" providerId="ADAL" clId="{39FEA280-2511-4ACA-80C2-873936635C76}" dt="2023-09-01T02:23:27.017" v="2165" actId="478"/>
          <ac:spMkLst>
            <pc:docMk/>
            <pc:sldMk cId="2269108630" sldId="317"/>
            <ac:spMk id="3" creationId="{0DF48A24-AE6F-2EE3-9CBC-1B694BF914F4}"/>
          </ac:spMkLst>
        </pc:spChg>
        <pc:picChg chg="add mod modCrop">
          <ac:chgData name="devika kataria" userId="dd271452-1a57-4dcb-aab4-b0cd4bdc412b" providerId="ADAL" clId="{39FEA280-2511-4ACA-80C2-873936635C76}" dt="2023-09-01T02:44:32.317" v="2228" actId="1076"/>
          <ac:picMkLst>
            <pc:docMk/>
            <pc:sldMk cId="2269108630" sldId="317"/>
            <ac:picMk id="5" creationId="{26C26617-B43D-A31D-9D0E-883E49D7E7B6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2:46:01.932" v="2271" actId="14100"/>
        <pc:sldMkLst>
          <pc:docMk/>
          <pc:sldMk cId="2216662899" sldId="318"/>
        </pc:sldMkLst>
        <pc:spChg chg="mod">
          <ac:chgData name="devika kataria" userId="dd271452-1a57-4dcb-aab4-b0cd4bdc412b" providerId="ADAL" clId="{39FEA280-2511-4ACA-80C2-873936635C76}" dt="2023-09-01T02:45:26.045" v="2263" actId="207"/>
          <ac:spMkLst>
            <pc:docMk/>
            <pc:sldMk cId="2216662899" sldId="318"/>
            <ac:spMk id="2" creationId="{8F2D7853-5586-5AA7-AF8B-E4BE207E750B}"/>
          </ac:spMkLst>
        </pc:spChg>
        <pc:spChg chg="del">
          <ac:chgData name="devika kataria" userId="dd271452-1a57-4dcb-aab4-b0cd4bdc412b" providerId="ADAL" clId="{39FEA280-2511-4ACA-80C2-873936635C76}" dt="2023-09-01T02:45:09.530" v="2237" actId="478"/>
          <ac:spMkLst>
            <pc:docMk/>
            <pc:sldMk cId="2216662899" sldId="318"/>
            <ac:spMk id="3" creationId="{F110E094-0535-03C0-D7F5-E481B33A2EBA}"/>
          </ac:spMkLst>
        </pc:spChg>
        <pc:picChg chg="add mod modCrop">
          <ac:chgData name="devika kataria" userId="dd271452-1a57-4dcb-aab4-b0cd4bdc412b" providerId="ADAL" clId="{39FEA280-2511-4ACA-80C2-873936635C76}" dt="2023-09-01T02:45:11.930" v="2238" actId="1076"/>
          <ac:picMkLst>
            <pc:docMk/>
            <pc:sldMk cId="2216662899" sldId="318"/>
            <ac:picMk id="5" creationId="{9E6C2439-2ACD-7D2A-546B-2FCBEF07A2AB}"/>
          </ac:picMkLst>
        </pc:picChg>
        <pc:picChg chg="add mod modCrop">
          <ac:chgData name="devika kataria" userId="dd271452-1a57-4dcb-aab4-b0cd4bdc412b" providerId="ADAL" clId="{39FEA280-2511-4ACA-80C2-873936635C76}" dt="2023-09-01T02:46:01.932" v="2271" actId="14100"/>
          <ac:picMkLst>
            <pc:docMk/>
            <pc:sldMk cId="2216662899" sldId="318"/>
            <ac:picMk id="7" creationId="{60A0D820-E195-C3C2-083C-2B17C717E987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2:47:10.158" v="2300" actId="207"/>
        <pc:sldMkLst>
          <pc:docMk/>
          <pc:sldMk cId="1303870357" sldId="319"/>
        </pc:sldMkLst>
        <pc:spChg chg="mod">
          <ac:chgData name="devika kataria" userId="dd271452-1a57-4dcb-aab4-b0cd4bdc412b" providerId="ADAL" clId="{39FEA280-2511-4ACA-80C2-873936635C76}" dt="2023-09-01T02:47:10.158" v="2300" actId="207"/>
          <ac:spMkLst>
            <pc:docMk/>
            <pc:sldMk cId="1303870357" sldId="319"/>
            <ac:spMk id="2" creationId="{4D8EE677-A1E7-98DF-8ED6-BE39CE1938F8}"/>
          </ac:spMkLst>
        </pc:spChg>
        <pc:spChg chg="del">
          <ac:chgData name="devika kataria" userId="dd271452-1a57-4dcb-aab4-b0cd4bdc412b" providerId="ADAL" clId="{39FEA280-2511-4ACA-80C2-873936635C76}" dt="2023-09-01T02:46:55.853" v="2295" actId="478"/>
          <ac:spMkLst>
            <pc:docMk/>
            <pc:sldMk cId="1303870357" sldId="319"/>
            <ac:spMk id="3" creationId="{A4BF3479-5231-276C-C5C0-9F1C9252BB95}"/>
          </ac:spMkLst>
        </pc:spChg>
        <pc:picChg chg="add mod modCrop">
          <ac:chgData name="devika kataria" userId="dd271452-1a57-4dcb-aab4-b0cd4bdc412b" providerId="ADAL" clId="{39FEA280-2511-4ACA-80C2-873936635C76}" dt="2023-09-01T02:47:02.068" v="2298" actId="14100"/>
          <ac:picMkLst>
            <pc:docMk/>
            <pc:sldMk cId="1303870357" sldId="319"/>
            <ac:picMk id="5" creationId="{CFDA0424-4F15-B2F8-437B-A58359ABE205}"/>
          </ac:picMkLst>
        </pc:picChg>
      </pc:sldChg>
      <pc:sldChg chg="addSp delSp modSp new mod">
        <pc:chgData name="devika kataria" userId="dd271452-1a57-4dcb-aab4-b0cd4bdc412b" providerId="ADAL" clId="{39FEA280-2511-4ACA-80C2-873936635C76}" dt="2023-09-01T02:50:35.516" v="2355" actId="14100"/>
        <pc:sldMkLst>
          <pc:docMk/>
          <pc:sldMk cId="1868758569" sldId="320"/>
        </pc:sldMkLst>
        <pc:spChg chg="mod">
          <ac:chgData name="devika kataria" userId="dd271452-1a57-4dcb-aab4-b0cd4bdc412b" providerId="ADAL" clId="{39FEA280-2511-4ACA-80C2-873936635C76}" dt="2023-09-01T02:48:41.884" v="2320" actId="207"/>
          <ac:spMkLst>
            <pc:docMk/>
            <pc:sldMk cId="1868758569" sldId="320"/>
            <ac:spMk id="2" creationId="{7E3DBE32-BB38-E6FB-6D05-73B455790551}"/>
          </ac:spMkLst>
        </pc:spChg>
        <pc:spChg chg="del">
          <ac:chgData name="devika kataria" userId="dd271452-1a57-4dcb-aab4-b0cd4bdc412b" providerId="ADAL" clId="{39FEA280-2511-4ACA-80C2-873936635C76}" dt="2023-09-01T02:48:11.204" v="2307" actId="478"/>
          <ac:spMkLst>
            <pc:docMk/>
            <pc:sldMk cId="1868758569" sldId="320"/>
            <ac:spMk id="3" creationId="{60E8D8C6-22B1-234A-B253-3D6287ABC6E9}"/>
          </ac:spMkLst>
        </pc:spChg>
        <pc:grpChg chg="add mod">
          <ac:chgData name="devika kataria" userId="dd271452-1a57-4dcb-aab4-b0cd4bdc412b" providerId="ADAL" clId="{39FEA280-2511-4ACA-80C2-873936635C76}" dt="2023-09-01T02:50:07.890" v="2342" actId="164"/>
          <ac:grpSpMkLst>
            <pc:docMk/>
            <pc:sldMk cId="1868758569" sldId="320"/>
            <ac:grpSpMk id="7" creationId="{C2F74730-7FCD-2341-A3E8-58736B4D1F68}"/>
          </ac:grpSpMkLst>
        </pc:grpChg>
        <pc:grpChg chg="add mod">
          <ac:chgData name="devika kataria" userId="dd271452-1a57-4dcb-aab4-b0cd4bdc412b" providerId="ADAL" clId="{39FEA280-2511-4ACA-80C2-873936635C76}" dt="2023-09-01T02:50:35.516" v="2355" actId="14100"/>
          <ac:grpSpMkLst>
            <pc:docMk/>
            <pc:sldMk cId="1868758569" sldId="320"/>
            <ac:grpSpMk id="8" creationId="{ACF9AD6B-44AF-E308-EE9F-3B0144318951}"/>
          </ac:grpSpMkLst>
        </pc:grpChg>
        <pc:picChg chg="add mod modCrop">
          <ac:chgData name="devika kataria" userId="dd271452-1a57-4dcb-aab4-b0cd4bdc412b" providerId="ADAL" clId="{39FEA280-2511-4ACA-80C2-873936635C76}" dt="2023-09-01T02:50:32.282" v="2354" actId="164"/>
          <ac:picMkLst>
            <pc:docMk/>
            <pc:sldMk cId="1868758569" sldId="320"/>
            <ac:picMk id="5" creationId="{C0D45FE5-88CC-2C41-DC9C-35F379DF5A48}"/>
          </ac:picMkLst>
        </pc:picChg>
        <pc:picChg chg="add mod modCrop">
          <ac:chgData name="devika kataria" userId="dd271452-1a57-4dcb-aab4-b0cd4bdc412b" providerId="ADAL" clId="{39FEA280-2511-4ACA-80C2-873936635C76}" dt="2023-09-01T02:50:32.282" v="2354" actId="164"/>
          <ac:picMkLst>
            <pc:docMk/>
            <pc:sldMk cId="1868758569" sldId="320"/>
            <ac:picMk id="6" creationId="{3E7901B8-84C1-EB76-01BB-227E2D82479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5:50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0 24575,'-29'358'0,"0"1"0,48-5 0,-17-333 0,2 27 0,2 0 0,2-1 0,2 0 0,16 46 0,19 60 0,-10-25 0,-30-110 7,0 1-1,-2 0 1,0 0-1,1 26 1,-6 80-153,0-49-1106,2-52-5574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5:55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1021 24575,'10'-1'0,"0"0"0,-1-1 0,0 0 0,1-1 0,-1 1 0,0-2 0,16-7 0,25-9 0,457-100 0,-382 103 0,134 0 0,129 16 0,-229 3 0,973-1 0,-1016-4 0,133-22 0,112-36 0,56-8 0,-150 17 0,-88 12 0,473-59 0,-108 18 0,99-65 0,-442 95 0,-88 22 0,438-91 0,-404 99 0,194-3 0,-253 22 0,216 8 0,-282-3 0,-1 1 0,0 0 0,0 2 0,0 1 0,-1 0 0,0 1 0,0 2 0,-1 0 0,-1 1 0,1 0 0,-2 2 0,28 24 0,9 15 0,-3 2 0,58 79 0,-98-119 0,37 50 0,-4 2 0,66 131 0,45 157 0,-106-236 0,-3-10 0,154 403 0,-51-141 0,-120-306 0,-18-37 0,-1 0 0,-1 1 0,8 47 0,0 84 0,-3-47 0,-8-75 0,-1 1 0,-3 0 0,-2 64 0,-1-98 0,1-1 0,-1 1 0,0-1 0,0 0 0,-1 1 0,1-1 0,-1 0 0,1 0 0,-1 0 0,0 0 0,0 0 0,-1 0 0,1 0 0,0-1 0,-1 1 0,0-1 0,1 0 0,-1 1 0,0-2 0,0 1 0,0 0 0,-1 0 0,1-1 0,-6 2 0,-8 2 0,0 0 0,-1-1 0,-31 2 0,16-2 0,-39 9 0,2 4 0,-76 27 0,111-32 0,-139 52 0,34 7 0,26-12 0,70-41 0,30-13 0,0 1 0,0 0 0,-18 12 0,20-10 0,-1-1 0,0 0 0,0-1 0,-1-1 0,0 1 0,0-2 0,0 0 0,0-1 0,0 0 0,-1-2 0,1 1 0,-1-2 0,-15 0 0,-27-2 0,20 1 0,0 1 0,0 1 0,-51 9 0,43-3 0,0-2 0,-63-2 0,-5 1 0,83 0 0,0 1 0,1 2 0,-56 20 0,-33 9 0,30-17 0,1 4 0,-107 43 0,148-50 0,-74 17 0,46-15 0,-86 12 0,12-3 0,103-17 0,-1-2 0,-81 3 0,-95-12 0,84-1 0,-245 19 0,-142-4 0,339-15 0,-11-11 0,51 1 0,-236 8 0,251 5 0,66 2 0,-121 23 0,119-14 0,-112 5 0,-173-19 0,-136 3 0,185 27 0,-79 1 0,-1196-30 0,1570 1 0,-1 0 0,1-1 0,-1 0 0,1-1 0,-1 1 0,1-2 0,0 1 0,0-1 0,0 0 0,0-1 0,0 0 0,1 0 0,0 0 0,0-1 0,0 0 0,0-1 0,1 1 0,0-1 0,0-1 0,1 1 0,-1-1 0,-7-14 0,6 11 0,-1-1 0,1 1 0,-2 1 0,1-1 0,-1 2 0,-20-16 0,21 19-124,1 0 0,0-1 0,0 0 0,0-1 0,1 0 0,0 0-1,0 0 1,0 0 0,1-1 0,-5-11 0,3 2-6702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6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8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8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6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8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8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6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8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5:46:08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02:16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14:24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22253 1 24575,'1'4'0,"-1"0"0,1 0 0,0 0 0,1 1 0,-1-1 0,3 4 0,3 12 0,23 87 0,54 128 0,2-23 0,-56-157 0,-11-23 0,9 15 0,3-1 0,1-2 0,47 48 0,-5-4 0,81 117 0,-139-183 0,7 11 0,2-1 0,1-2 0,48 44 0,-41-47 0,0-2 0,2-2 0,60 31 0,-5-12 0,-35-18 0,-2 3 0,0 1 0,81 60 0,-113-72 0,1-1 0,1-1 0,42 19 0,79 25 0,-77-33 0,117 38 0,-153-55 0,0-1 0,1-2 0,0-1 0,33-1 0,281-6 0,212 4 0,-370 12 0,73 2 0,-103-17 0,180 8 0,-309-3 0,-1 1 0,1 2 0,-1 1 0,0 1 0,-1 1 0,0 2 0,30 15 0,-47-19 0,0 0 0,-1 1 0,0 0 0,0 0 0,12 16 0,-16-17 0,0 0 0,1-1 0,0 0 0,0 0 0,0 0 0,1-1 0,-1 0 0,1-1 0,1 1 0,-1-1 0,0 0 0,1-1 0,10 3 0,15-1 0,1-2 0,-1-1 0,63-5 0,-24 0 0,317 30 0,-388-27 0,84 12 0,-45-5 0,57 2 0,-52-8 0,99 4 0,-120-2 0,-1 1 0,1 1 0,-1 1 0,25 9 0,36 15 0,-53-21 0,0 2 0,0 1 0,-1 2 0,-1 0 0,50 34 0,-44-18 0,0 1 0,-2 1 0,54 70 0,-2 20 0,98 188 0,-96-155 0,95 200 0,-142-263 0,50 187 0,-81-239 0,-2 1 0,3 78 0,-13 84 0,-1-78 0,5-97 0,-2 0 0,-1 0 0,-1-1 0,-1 1 0,-1-1 0,-14 40 0,-17 20 0,-5-2 0,-3-2 0,-66 94 0,-42 80 0,-32 48 0,169-286 0,0-1 0,-1 0 0,-1-1 0,-31 24 0,-83 47 0,105-75 0,1-1 0,-35 11 0,-20 9 0,2 2 0,-2-3 0,-1-4 0,-97 19 0,24-20 0,-5 1 0,37 3 0,-99 19 0,-128 25 0,120-21 0,-397 48 0,535-88 0,-185 37 0,-20 4 0,-128-11 0,-204 33 0,521-56 0,-209 13 0,184-30 0,-156 25 0,-434 44 0,603-61 0,-127 26 0,77-8 0,-254 42 0,181-28 0,-341 18 0,524-55 0,0 3 0,-106 30 0,106-23 0,-1-2 0,-90 9 0,50-22 0,72-2 0,1 0 0,0 2 0,0 2 0,0 0 0,-46 13 0,-34 22 0,-115 34 0,58-34 0,-1-8 0,-329 18 0,-407-48 0,374-2 0,478 1 0,1 3 0,-71 12 0,32 2 0,-1-4 0,-133 2 0,27-2 0,19 0 0,42-11 0,8 0 0,-162 20 0,9 30 0,-11 2 0,16-36 0,119-12 0,-468 41 0,435-25 0,-64 4 0,222-24 0,-468 29 0,1 27 0,111-7 0,288-44 0,-37 3 0,4 4 0,-243-7 0,208-9 0,-554 20 0,-160-6 0,610-11 0,201 3 0,-105 18 0,6 0 0,-503-9 0,438-14 0,-430-16 0,525 13 0,-178-9 0,-284-6 0,300 22 0,294-2 0,0 0 0,1 0 0,-1-1 0,0 0 0,0 1 0,1-1 0,-1-1 0,1 1 0,-1-1 0,1 0 0,-1 0 0,1 0 0,0 0 0,0-1 0,0 0 0,0 0 0,1 0 0,-1 0 0,1 0 0,-1-1 0,-4-7 0,4 7 0,1 0 0,-1 0 0,0 1 0,0-1 0,0 1 0,-1 0 0,1 1 0,-1-1 0,0 1 0,0-1 0,0 1 0,0 1 0,0-1 0,0 1 0,-9-1 0,-5 0 0,0 1 0,-39 3 0,46-1 0,-123 13 0,-132 33 0,23-3 0,-482 24 0,648-66 0,-100 7 0,143-5 0,0 2 0,1 1 0,-40 14 0,26-8 0,-88 14 0,-13 3 0,112-22 0,-1-1 0,-53 2 0,49-6 0,-71 15 0,-35 7 0,92-17 0,-60 16 0,53-8 0,0-2 0,-1-4 0,-107 4 0,-96 5 0,182-12 0,40 0 0,1 1 0,-60 19 0,-37 8 0,14-9 0,1 5 0,1 6 0,-199 87 0,278-105 0,-1-3 0,-65 14 0,105-29 0,-130 47 0,4-3 0,18-5 0,98-34 0,1 1 0,1 0 0,-1 1 0,-22 15 0,-30 15 0,-7-9 0,48-21 0,2 2 0,-29 16 0,-67 49 0,109-68 0,-1 0 0,0 0 0,-20 6 0,22-9 0,0 0 0,0 1 0,1 0 0,0 0 0,0 1 0,-16 13 0,-4 6 0,22-20 0,1 0 0,0 1 0,1 0 0,-1 0 0,1 1 0,1 0 0,-1 0 0,-6 12 0,-7 19-1365,12-21-5461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14:35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19:30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0 724 24575,'0'2'0,"1"0"0,-1-1 0,1 1 0,-1-1 0,1 1 0,0-1 0,-1 1 0,1-1 0,0 1 0,0-1 0,0 0 0,0 1 0,0-1 0,1 0 0,-1 0 0,2 2 0,5 5 0,92 91 0,147 115 0,-229-200 0,82 65 0,117 71 0,-153-113 0,1-2 0,1-2 0,90 29 0,-72-36 0,2-4 0,0-4 0,1-4 0,169 7 0,-193-23 2,0-2 0,-1-3 0,0-3 0,0-2 0,67-24 0,283-118-136,-401 149 123,740-336-643,-441 195 643,599-240 11,-531 231 0,-124 54-25,120-51 715,-335 133-556,-28 12-135,1 1 1,0 0 0,1 1 0,0 1 0,25-6 0,-26 8-104,-9 2-11,1 0 1,0 0-1,-1-1 0,1 0 1,-1 1-1,1-1 0,-1-1 1,1 1-1,-1 0 1,5-4-1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19:32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0 726 24575,'13'5'0,"-1"1"0,0 0 0,-1 0 0,0 1 0,0 1 0,18 16 0,-16-14 0,465 348 0,-203-157 0,-246-179 0,1-2 0,63 32 0,-73-44 0,0 0 0,1-1 0,0-1 0,0 0 0,0-2 0,27 2 0,15-4 4,-1-3-1,0-3 1,1-2-1,-2-3 1,1-2-1,76-26 1,351-148-389,-392 145 122,591-239 107,11 38 187,178-8-31,-617 178 0,117-29 0,-268 72 37,12-3 257,220-28-1,-297 57-273,0-3 1,-1-1 0,0-2 0,0-3-1,43-15 1,-35 6-85,-11 4-587,51-27 1,-74 33-6176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19:34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 24575,'242'2'0,"264"-4"0,-369-12 0,-26 2 0,-107 11 0,0 1 0,-1 0 0,1 0 0,0 0 0,0 1 0,-1-1 0,1 1 0,-1 0 0,6 2 0,-9-3 0,0 0 0,1 0 0,-1 0 0,0 1 0,0-1 0,1 0 0,-1 0 0,0 0 0,0 1 0,1-1 0,-1 0 0,0 0 0,0 1 0,0-1 0,0 0 0,1 1 0,-1-1 0,0 0 0,0 0 0,0 1 0,0-1 0,0 0 0,0 1 0,0-1 0,0 0 0,0 1 0,0-1 0,0 0 0,0 1 0,0-1 0,0 0 0,0 1 0,0-1 0,0 1 0,-17 15 0,4-6 0,0 0 0,1 0 0,1 1 0,0 1 0,1 0 0,0 0 0,0 1 0,-13 26 0,-2 10 0,-22 60 0,43-99 0,-6 17 0,0 1 0,2 0 0,2 0 0,0 0 0,-2 37 0,7-44 0,1 0 0,1 0 0,0 0 0,2 0 0,0 0 0,2-1 0,12 38 0,42 98 0,-55-147 0,-1 0 0,0 0 0,0 0 0,-1 0 0,0 0 0,-1 1 0,0-1 0,0 15 0,-2-19 0,0 0 0,0 0 0,0 1 0,-1-1 0,0 0 0,0 0 0,0-1 0,-1 1 0,1 0 0,-1-1 0,0 1 0,0-1 0,-1 0 0,1 0 0,-1 0 0,-6 4 0,-2 2 0,-2-1 0,1 0 0,-1-1 0,-18 7 0,18-9 0,-1 2 0,1 0 0,-21 16 0,34-24 0,0 1 0,0-1 0,1 0 0,-1 1 0,1-1 0,-1 1 0,0 0 0,1-1 0,-1 1 0,1-1 0,-1 1 0,1 0 0,0-1 0,-1 1 0,1 0 0,0 0 0,-1-1 0,1 1 0,0 0 0,0 0 0,0-1 0,-1 1 0,1 0 0,0 0 0,0-1 0,0 2 0,1-1 0,0 0 0,-1 0 0,1-1 0,0 1 0,-1 0 0,1-1 0,0 1 0,0-1 0,0 1 0,-1 0 0,1-1 0,0 0 0,0 1 0,0-1 0,0 0 0,0 1 0,1-1 0,50 6 0,-49-6 0,35-2 0,1-1 0,-1-2 0,0-1 0,-1-2 0,0-2 0,0-1 0,35-16 0,-25 6-89,-29 12-94,-1 2 1,1 0 0,0 0 0,0 2-1,1 0 1,30-3 0,-26 7-6644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19:35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24575,'1'1'0,"-1"-1"0,1 0 0,0 0 0,-1 1 0,1-1 0,0 0 0,-1 1 0,1-1 0,-1 1 0,1-1 0,-1 1 0,1-1 0,-1 1 0,1-1 0,-1 1 0,1-1 0,-1 1 0,1 0 0,-1-1 0,0 1 0,0 0 0,1-1 0,-1 2 0,8 21 0,-6-15 0,23 79 0,-3 2 0,15 135 0,-33-112 0,-5-157 0,2-349 0,-1 388 0,0 1 0,1-1 0,0 1 0,0-1 0,0 1 0,1 0 0,-1 0 0,2 0 0,-1 0 0,5-8 0,-5 10 0,0 1 0,0-1 0,1 1 0,-1 0 0,1-1 0,-1 1 0,1 1 0,0-1 0,0 0 0,0 1 0,0-1 0,0 1 0,0 0 0,0 0 0,0 0 0,1 0 0,-1 1 0,7-1 0,43-1 0,72 7 0,-8 0 0,-101-4 0,0 1 0,1 1 0,-1 1 0,0 0 0,22 9 0,-20-7 0,1 0 0,35 6 0,-47-11 0,0-1 0,0 1 0,0-2 0,0 1 0,0-1 0,0 0 0,0 0 0,0-1 0,-1 0 0,1 0 0,12-6 0,-9 2 0,1 1 0,0 0 0,1 1 0,-1 0 0,1 1 0,17-3 0,-25 6 0,-1 0 0,0 0 0,1 0 0,-1 0 0,1 0 0,-1 1 0,0-1 0,0 1 0,1 0 0,-1 0 0,0 0 0,0 1 0,0-1 0,0 1 0,0-1 0,0 1 0,0 0 0,-1 0 0,1 1 0,-1-1 0,1 0 0,-1 1 0,0 0 0,0-1 0,0 1 0,0 0 0,2 5 0,8 23 0,-1 0 0,-1 1 0,-2 0 0,6 55 0,-10-64 0,1 7 0,66 317 0,-66-324 0,-4-19 0,0 0 0,-1 1 0,1-1 0,1 0 0,-1 0 0,0 0 0,1 0 0,0-1 0,4 7 0,-6-10-28,1 0-1,-1 1 1,0-1-1,1 0 0,-1 0 1,1 0-1,-1 0 1,1 0-1,-1 0 1,1 0-1,-1 0 1,1 0-1,-1 0 1,0-1-1,1 1 0,-1 0 1,1 0-1,-1 0 1,1 0-1,-1-1 1,0 1-1,1 0 1,-1 0-1,0-1 0,1 1 1,-1 0-1,0-1 1,1 1-1,-1 0 1,0-1-1,0 1 1,1-1-1,-1 1 0,0 0 1,0-1-1,0 1 1,1-1-1,-1 1 1,0-1-1,0 1 1,0-1-1,0 1 1,0 0-1,0-1 0,0 0 1,0 1-24,5-17-6774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19:37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33 24575,'0'111'0,"3"316"0,26-2 0,52 97 0,-73-479 0,33 229 0,-41-270 0,0 1 0,1-1 0,-1 0 0,1 0 0,0 0 0,-1 1 0,1-1 0,0 0 0,0 0 0,0 0 0,1 0 0,1 2 0,-3-4 0,0 0 0,1 0 0,-1 0 0,0 0 0,0 0 0,0 0 0,1 1 0,-1-1 0,0 0 0,0 0 0,0 0 0,1 0 0,-1 0 0,0 0 0,0 0 0,0 0 0,1 0 0,-1-1 0,0 1 0,0 0 0,0 0 0,1 0 0,-1 0 0,0 0 0,0 0 0,0 0 0,1 0 0,-1-1 0,0 1 0,0 0 0,0 0 0,0 0 0,0 0 0,1 0 0,-1-1 0,0 1 0,0 0 0,0 0 0,0 0 0,0-1 0,6-20 0,-2-28 0,-1-1 0,-2 1 0,-3-1 0,-2 1 0,-2 0 0,-2 0 0,-16-54 0,1 2 0,-21-202 0,24 131 0,-1-28 0,5-277 0,16 469 0,0 0 0,0 0 0,0 0 0,1 1 0,0-1 0,0 1 0,3-10 0,-2 14 0,-1 0 0,1 0 0,0 1 0,-1-1 0,1 1 0,0-1 0,0 1 0,1 0 0,-1-1 0,0 1 0,1 0 0,0 1 0,-1-1 0,1 0 0,0 1 0,0-1 0,0 1 0,4-1 0,20-5 0,0 1 0,0 2 0,0 0 0,1 2 0,51 3 0,-32-1 0,24-2 0,-12 1 0,80 7 0,-135-6 0,-1 0 0,1 1 0,-1 0 0,1 0 0,-1 0 0,1 0 0,-1 0 0,0 1 0,1-1 0,-1 1 0,0 0 0,0 0 0,0 0 0,0 0 0,-1 1 0,1-1 0,-1 1 0,5 4 0,-5-3 0,0 0 0,0 1 0,-1-1 0,1 0 0,-1 0 0,0 1 0,0-1 0,-1 1 0,1-1 0,-1 1 0,0-1 0,0 1 0,-1 4 0,-1 6 0,-1-1 0,0 0 0,-2 0 0,1 0 0,-2 0 0,0-1 0,0 0 0,-9 13 0,9-17 0,1-1 0,-1 0 0,0 0 0,-1 0 0,0-1 0,0 0 0,-12 8 0,13-11 0,0-1 0,0 0 0,-1 0 0,1-1 0,-1 1 0,1-1 0,-1-1 0,0 0 0,1 0 0,-1 0 0,-12 0 0,-280-7 0,249 3-455,1-2 0,-78-18 0,104 16-6371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21:02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1068 24575,'72'-1'0,"124"-15"0,-174 13 0,-1 0 0,1-2 0,-1-1 0,1 0 0,-2-2 0,33-16 0,-27 12 0,0 2 0,0 0 0,1 1 0,50-8 0,-36 8 0,50-18 0,-52 13 0,0 1 0,65-12 0,-69 19 0,25-3 0,-1-3 0,103-33 0,-72 18 0,-69 22 0,0-1 0,0 0 0,0-2 0,27-14 0,-14 6 0,0 1 0,1 1 0,0 3 0,43-10 0,70-23 0,-112 31 0,0 0 0,1 3 0,0 1 0,0 2 0,64-5 0,155-15 0,-75 4 0,-63 9 0,-1-4 0,-1-6 0,119-41 0,68-10 0,-17 26 0,-92 18 0,-66 15 0,187-2 0,49-5 0,-69-7 0,299 7 0,-555 23 0,-1-2 0,1-2 0,72-16 0,-51 8 0,1 3 0,63-2 0,26-3 0,-47 5 0,170 7 0,-138 4 0,132-2-1365,-238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21:05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0 278 24575,'0'521'0,"0"-515"0,1 24 0,-1-29 0,0 1 0,1-1 0,-1 0 0,0 1 0,0-1 0,1 0 0,-1 1 0,1-1 0,-1 0 0,1 0 0,-1 0 0,1 1 0,0-1 0,-1 0 0,1 0 0,0 0 0,1 1 0,-1-2 0,-1 0 0,0 0 0,1 0 0,-1-1 0,0 1 0,1 0 0,-1 0 0,0 0 0,1 0 0,-1-1 0,0 1 0,0 0 0,1 0 0,-1-1 0,0 1 0,0 0 0,1 0 0,-1-1 0,0 1 0,0 0 0,0-1 0,1 1 0,-1 0 0,0-1 0,0 1 0,0 0 0,0-1 0,0 1 0,0-1 0,0 1 0,0 0 0,0-1 0,0 0 0,4-14 0,2-54 0,-2 0 0,-6-69 0,0 43 0,0-24 0,4-138 0,-1 252 0,0 1 0,0-1 0,0 0 0,0 0 0,1 1 0,0-1 0,0 1 0,0-1 0,0 1 0,1 0 0,0 0 0,0 0 0,5-6 0,-7 9 0,1-1 0,-1 1 0,1-1 0,0 1 0,0 0 0,0-1 0,0 1 0,0 0 0,0 0 0,0 0 0,0 0 0,0 1 0,0-1 0,0 1 0,0-1 0,1 1 0,-1 0 0,0 0 0,0 0 0,1 0 0,-1 0 0,0 0 0,0 1 0,1-1 0,-1 1 0,0-1 0,0 1 0,0 0 0,0 0 0,0 0 0,3 2 0,-2-1 0,0 1 0,0 0 0,0 0 0,-1 0 0,1 0 0,-1 0 0,1 1 0,-1-1 0,0 1 0,-1 0 0,1-1 0,-1 1 0,1 0 0,-1 0 0,0 0 0,1 7 0,0 9 0,0-1 0,-1 23 0,-1-30 0,1 8 0,-1 0 0,-1-1 0,-1 1 0,-1-1 0,0 1 0,-1-1 0,-2 0 0,-8 21 0,-50 86 0,63-125 0,1 0 0,0 0 0,-1 0 0,1 0 0,0 0 0,0 0 0,0 0 0,0 0 0,0 0 0,0 0 0,0 0 0,0 0 0,0 0 0,0 0 0,1 0 0,-1 0 0,0 0 0,1 0 0,-1 0 0,1 0 0,-1 0 0,1-1 0,-1 1 0,1 0 0,0 0 0,-1 0 0,1-1 0,0 1 0,0 0 0,0-1 0,-1 1 0,1-1 0,0 1 0,0-1 0,0 1 0,0-1 0,0 1 0,0-1 0,0 0 0,0 0 0,2 1 0,8 1 0,0 0 0,0 0 0,14 0 0,-2 0 0,17 8 0,-1 1 0,0 2 0,0 2 0,43 24 0,-60-26 66,39 30 0,9 6-1563,-55-40-5329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21:07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5 354 24575,'-2'98'0,"0"-34"0,11 114 0,-4-154 0,0 0 0,2-1 0,1 0 0,11 22 0,9 25 0,-11-30 0,-17-39 0,0-1 0,0 0 0,0 0 0,0 0 0,0 0 0,0 0 0,0 1 0,1-1 0,-1 0 0,0 0 0,0 0 0,0 0 0,0 0 0,0 0 0,0 1 0,0-1 0,1 0 0,-1 0 0,0 0 0,0 0 0,0 0 0,0 0 0,0 0 0,1 0 0,-1 0 0,0 0 0,0 0 0,0 0 0,0 0 0,0 0 0,1 0 0,-1 0 0,0 0 0,0 0 0,0 0 0,0 0 0,1 0 0,-1 0 0,0 0 0,0 0 0,0 0 0,0 0 0,0 0 0,1 0 0,-1 0 0,0 0 0,0 0 0,0-1 0,0 1 0,5-11 0,-1-13 0,-2-277 0,-4 151 0,2 147 0,-1 0 0,1 0 0,0 0 0,0 0 0,1 0 0,-1 0 0,1 0 0,-1 0 0,1 0 0,0 0 0,0 1 0,0-1 0,0 0 0,1 0 0,-1 1 0,1-1 0,0 1 0,0-1 0,0 1 0,0 0 0,0-1 0,0 1 0,0 0 0,1 1 0,-1-1 0,1 0 0,-1 1 0,1-1 0,0 1 0,0 0 0,0 0 0,0 0 0,-1 0 0,1 1 0,0-1 0,0 1 0,0-1 0,4 1 0,14-3 0,1 2 0,0 0 0,35 3 0,-48-2 0,-1 2 0,1-1 0,-1 1 0,1 0 0,-1 1 0,0 0 0,0 0 0,0 1 0,0 0 0,-1 0 0,14 10 0,91 77 0,-111-90 0,0 1 0,1-1 0,0 0 0,-1 1 0,1-1 0,0 0 0,-1 0 0,1 0 0,0 0 0,0 0 0,3 0 0,-5-1 0,1 0 0,0 0 0,-1 0 0,1 0 0,0 0 0,-1 0 0,1 0 0,0 0 0,-1 0 0,1 0 0,0-1 0,-1 1 0,1 0 0,-1 0 0,1-1 0,-1 1 0,1-1 0,0 1 0,-1 0 0,1-1 0,-1 1 0,0-1 0,2 0 0,0-4 0,1 0 0,-1 0 0,0-1 0,0 1 0,-1-1 0,2-10 0,-2 12 0,8-52 0,-3 1 0,-1-75 0,-1 14 0,-4 108 0,1 0 0,0 0 0,1 0 0,0 1 0,0-1 0,0 0 0,1 1 0,6-13 0,-8 18 0,0 1 0,1-1 0,-1 0 0,0 0 0,1 1 0,-1-1 0,1 1 0,-1-1 0,1 1 0,0 0 0,-1 0 0,1 0 0,0 0 0,0 0 0,0 0 0,0 0 0,0 0 0,0 1 0,0-1 0,0 1 0,0 0 0,0-1 0,1 1 0,-1 0 0,0 0 0,0 0 0,0 1 0,0-1 0,0 0 0,0 1 0,0-1 0,0 1 0,0 0 0,0 0 0,0 0 0,4 2 0,1 1 0,0 1 0,0 0 0,-1 0 0,1 0 0,-1 1 0,0 0 0,-1 0 0,1 0 0,-1 1 0,-1 0 0,1 0 0,-1 0 0,5 13 0,3 10 0,-2 0 0,9 42 0,-11-40 0,16 44 0,-19-60 0,0 0 0,-2 0 0,0 0 0,0 1 0,-2-1 0,0 1 0,-2 25 0,2 30 0,-1-70-57,1 1 0,-1-1 1,0 0-1,1 1 0,-1-1 0,1 1 0,0-1 0,0 0 0,0 0 0,0 1 0,0-1 1,0 0-1,1 0 0,-1 0 0,0 0 0,1 0 0,0-1 0,0 1 0,-1 0 1,1-1-1,0 1 0,0-1 0,3 2 0,12 4-6769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4T06:21:09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677 0 24575,'-12'1'0,"1"0"0,0 1 0,0 0 0,0 1 0,0 0 0,-13 6 0,-9 2 0,-71 22 0,-180 84 0,245-100 0,23-10 0,1-1 0,0 2 0,-18 12 0,29-18 0,1 1 0,-1 0 0,0 1 0,1-1 0,0 1 0,0-1 0,0 1 0,0 0 0,1 0 0,-1 0 0,1 1 0,0-1 0,0 0 0,0 1 0,-1 9 0,3-13 0,0 1 0,0 0 0,0-1 0,0 1 0,0 0 0,0-1 0,1 1 0,-1 0 0,0-1 0,1 1 0,0-1 0,-1 1 0,1 0 0,0-1 0,0 0 0,0 1 0,0-1 0,0 0 0,0 1 0,0-1 0,0 0 0,1 0 0,-1 0 0,0 0 0,1 0 0,-1 0 0,1 0 0,-1 0 0,1-1 0,-1 1 0,1-1 0,2 1 0,8 3 0,0 0 0,1-2 0,16 3 0,-12-2 0,295 39 0,-301-41 0,5 0 0,1 0 0,-1 2 0,-1 0 0,19 6 0,-30-8 0,-1 0 0,1 1 0,-1-1 0,1 1 0,-1 0 0,0 0 0,0 0 0,0 1 0,0-1 0,0 0 0,-1 1 0,1 0 0,-1 0 0,1 0 0,-1 0 0,0 0 0,0 0 0,-1 1 0,1-1 0,-1 1 0,1-1 0,-1 1 0,1 5 0,-1 3 0,0 0 0,-1 0 0,0 0 0,-1 0 0,0-1 0,-1 1 0,0 0 0,-1-1 0,-1 1 0,1-1 0,-2 0 0,0 0 0,0-1 0,-1 1 0,0-1 0,0 0 0,-11 11 0,-2 1 0,-2 0 0,-1-1 0,0 0 0,-2-2 0,-42 27 0,-49 22-1365,99-58-5461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9-05T06:04:09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19061 7151 0,'27'0'344,"28"0"-328,-27 0-1,0 0-15,-1 0 16,29 0-16,-29 0 31,1 0-31,-1 0 16,1 0 15,0 0-31,-1 0 16,29 0-16,-1 0 15,-28 0 1,1 0 0,0 0-1,-1 0 1,1 0-1,0 0 1,-1 0 0,1 0-16,-1 0 31,1 0-15,0 0-16,-1 0 31,1 0-31,0 0 15,-1 0 1,1 0 0,27 0-16,-27 0 15,-1 0 1,1-28-16,27 28 16,0-27-16,-27 27 15,0 0-15,-1-28 16,1 28-16,0 0 15,-1 0-15,1 0 16,-1 0 0,1 0-1,0 0 1,-1 0 0,-27-28-16,28 28 0,0 0 15,-1 0-15,1-27 16,-1 27-16,1 0 15,0 0 1,-1 0 0,1 0-1,-1 0-15,-27-28 0,28 28 16,27 0 0,1 0-1,-29 0-15,1 0 16,-1 0-16,1 0 15,0 0 1,-1 0-16,1 0 156,27 0-140,-27 0-16,27 0 16,-27 0-1,-1 0-15,1 0 0,0 0 16,27 0-16,-28 0 15,1 0 1,0 0-16,-1 0 0,1 0 16,27 0-16,-27 0 15,-1 0-15,29 0 16,-1 0 0,-27 0-16,-1 0 31,1 0-31,-1 0 0,1 0 0,0 0 15,27 0 1,-27 0 0,-28 28-1,55-28 1,-28 0 0,1 0 15,0 0-16,-1 0 1,1 0 0,0 0-1,-1 0 1,28 0-16,-27 0 16,0 27-16,27 1 0,-27-28 15,27 0-15,0 0 16,-27 0-16,-1 0 15,1 0-15,0 0 0,27 0 16,-28 0 0,29 0-16,-29 0 31,1 0-31,0 0 16,-1 0-1,1 0-15,-1 0 16,1 0-1,0 0 1,-1 0 0,1 0-16,27 0 31,-27 0-31,-1 0 31,1 0-31,0 0 31,-1 0-31,1 28 16,-1-28 15,1 0-31,-28 27 16,28-27 0,-1 0-16,1 0 15,0 0 16,-1 0-31,1 0 32,-1 0-32,1 0 15,0 0 17,27 0-17,-27 0 16,-1 0-31,28 0 32,1 0-17,-1 0-15,0 0 16,-27 0 0,-1 0-1,1 0-15,0 0 16,-1 0-16,29 0 15,-29 0 1,1 0 0,-1 0-1,29 0-15,-29 0 32,1 0-17,0 0-15,-1 0 31,1 0-15,-1 0 0,1 0-1,0 0-15,-1 0 32,1 0-32,0 0 31,-1 0-31,1 0 15,-1 0 1,1 0-16,0 0 16,-1 0-1,-27-27-15,28 27 0,27 0 16,-27 0 15,-1 0-31,1 0 16,0 0-1,-1 0 1,1 0-16,0 0 16,-1 0-16,1 0 31,-1 0-31,-27-28 16,28 28-1,0 0-15,-1 0 16,-27-28-16,28 28 15,27 0 1,-27 0-16,27-27 16,-27 27-1,-1 0-15,1 0 32,0 0-17,-1 0 16,1 0-15,-1-28 0,1 28-1,27 0-15,-27 0 32,0 0-1,-1 0 0,1 0-15,-28-27 46,-28 27 126</inkml:trace>
  <inkml:trace contextRef="#ctx0" brushRef="#br0" timeOffset="7256.42">19558 6212 0,'-28'0'281,"1"0"-266,-1 28 1,0-28 0,28 27-16,-55-27 15,27 28 17,1-28-17,-1 0-15,1 28 16,-1-28-1,28 27-15,-28 1 16,1-1 0,-1-27-1,28 28-15,-28 27 16,1-55-16,-1 0 16,28 28-16,0 27 15,-55-55-15,0 55 16,27-27-16,28 0 15,-28-28-15,1 55 16,-1 0-16,1-55 31,27 28-31,-28-1 0,28 1 16,-28-28 15,28 27-31,0 1 16,-27-28-1,27 28-15,-28-1 16,28 1 15,0-1-15,0 1 0,0 0-1,0 27 1,28-55-1,-28 27-15,27 1 16,-27 0-16,0-1 16,0 1-1,28-28-15,0 0 0,-1 55 16,1-27-16,-1-28 16,-27 27-1,28 1-15,0-28 0,-1 0 16,-27 28-16,28-28 15,0 0-15,-28 27 16,55 1 0,0-28-16,0 0 15,-27 0 1,0 0 0,-1 0-1,1 27-15,-1-27 16,1 0-16,0 28 15,-1-28 1,1 0 0,0 0-1,-1 0-15,1 0 32,-1 0-32,1 0 15,0-28 1,-1 28-1,1-27 1,-28-1 0,28 28-16,-1 0 15,-27-27 1,28 27-16,-1 0 0,-27-28 16,28 0-16,0 28 15,-28-27 1,27-1-16,1 28 15,0-27-15,-28-1 16,27-27-16,-27 27 16,0 0-16,28 28 0,-28-55 15,0 28-15,27-1 16,-27 0 0,0 1-16,0-1 15,0 1 1,0-1-16,0 0 15,28 28 1,-28-27-16,0-1 16,0-27-1,0 27-15,0 1 0,0-28 16,-28 27-16,28-27 16,0 27-1,-27 28-15,27-28 16,0 1-16,0-1 31,-28 28-15,28-27-1,-27-29-15,-1-26 16,0 54-16,28 0 16,-27-27-16,-1 55 15,0-27 1,28-1-1,0 0 1,-27 28 0,-1 0-1,28-27 1,-27 27 15,-1 0-15,0 0-1,1 0 1,-1 0 0,0 0 15,1 0 0,-1 0 0,28 27 1,0 1-17,-27-28-15,27 28 32,-28-28-32,28 27 46</inkml:trace>
  <inkml:trace contextRef="#ctx0" brushRef="#br0" timeOffset="13869.05">23978 2899 0,'0'-27'1031,"0"-1"-1031,0 0 47,0 1-31,27 27-1,-27-28 17,28 0-17,-1 1 313,-27-1-312,0 1-16,28-1 16,27 28-16,-55-55 15,0 27-15,56 28 16,-29-27-16,-27-1 15,28 0 1,-1 28-16,1-27 16,0-1-1,-1 1-15,-27-1 16,28 28 0,0 0-16,-28-28 15,27 28 1,1 0 15,-28-27-31,27 27 31,1 0 94,-28 27-109,28-27 0,-28 28-16,27-28 15,-27 28 1,0-1-1,28 1 1,0-28 15,-1 0 16,-27 27-47,28-27 16,-28 28-1,27-28 1,1 0 31,-28 28-47,28-28 31,-28 27 16,27-27-47,-27 28 31,28-28-15,0 27 31,-28 1 0,27-28-32,1 28 1,-28-1 0,27-27-1,1 0 1,0 0-1,-28 28 1,27-1 0,1-27-1,-28 28 1,28-28 0,-1 0-1,1 0 16,-28 28-15,27-28 0,1 0-1,0 0 17,-1 0-17,1 0 32,0 0-47,-1 0 31,1 0 1,-1 0-17,1 0 16,0 0-15,-1 0 0,1 0 31,0 0-32,-1 0 32,1 0 31,-1 0-62,1 0-1,0 0 1,-1 0 0,29 0-1,-56-28 1,55 28-16,-28 0 16,1 0-1,0-28 1,-1 28-1,1 0 1,0 0 0,-28-27-1,27 27-15,1 0 16,-1 0 31,1 0-32,0 0-15,27 0 16,-28 0 0,1 0-16,0 0 15,-1 0-15,1 0 16,0 0 0,-1 0-1,1 0 1,-1 0 15,1 0-15,0 0-1,-1 0 17,-27-28-1,0 1 16,28 27-47,-28-28 15,0 0 17,28 1-17,-28-1 1,27 28-16,-27-27 15,28-1 17,-28 0-17,0 1 48,27 27-63,-27-28 0,0 1 31,28 27 16,0 0 94,-1 0-126,1-28 1,0 28 31,-1 0-16,1 0 0,-1 0-15,1 0-1,0 0 17,-1 0-17,1 0 63,0 0-31,-1 0-15,1 0 14,-1 0-14,1 0-1,0 0-31,-1 0 31,1 28-15,0-28-1,-28 27 1,27-27 0,-27 28-1,28-28 1,-1 0 15,1 27-15,0 1-1,-1-28 17,1 28-32,-28-1 31,55 1-15,-27-28-1,-28 27 1,27 1-16,1-28 31,-28 28-31,28-28 16,-28 27-1,27 1 17,1-28 14,0 0-30,-1 0 0,1 0-1,-28 27 1,27-27-16,1 28 0,0-28 16,-1 0-16,1 0 15,0 28-15,-1-28 16,1 0-16,-1 0 15,1 0-15,-28 27 0,28-27 16,-1 0-16,1 28 16,0-28-16,-1 0 15,1 0-15,27 0 16,-27 0 0,27 0-1,0 0 1,0 0-16,-27 0 15,55 0-15,-55 0 0,27 0 16,-28 0-16,1 0 16,0 0-16,54 0 15,-26 0 1,-29 0-16,1 0 16,0 0-16,-1 0 0,1 0 31,-1 0-31,1 0 15,0 0-15,-1 0 16,1 0-16,27 0 16,-27 0-1,-1 0-15,1 0 16,0 0 0,-1 0-1,1 0 32,0 0 0</inkml:trace>
  <inkml:trace contextRef="#ctx0" brushRef="#br0" timeOffset="-146319.12">23867 3037 0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9-05T06:11:36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19420 718 0,'0'28'140,"0"-1"-140,27 28 16,1 1-16,-28-29 0,28 29 16,-28-1-16,27-55 15,28 83-15,-27-56 16,0 28-1,27 1-15,-27-29 16,-1 28-16,-27-27 16,28 0-16,-1-1 15,1 1-15,0-1 16,-1 1 0,-27 0-16,28-28 15,0 27 1,-1-27-16,1 0 15,27 0-15,-27-55 16,-1 27-16,29-54 0,-1-56 16,-28-28-1,56 0-15,-27 56 16,-56 82-16,27 1 0,-27-56 16,28 28-16,-28-1 15,27 56-15,1 0 16,-28-27-16,0-28 15,28 55 1,-28-28 0,0 0-1</inkml:trace>
  <inkml:trace contextRef="#ctx0" brushRef="#br0" timeOffset="2733.38">20525 1491 0,'0'28'0,"0"-1"16,0 1 31,0 0 47,0 27-79,0 28-15,0-28 16,0 0-16,0-27 16,27 27-16,-27 0 15,0-27 1,28-1-16,-28 1 15,28-1 1,-28 1 0,0 0-1,0-1 1,0 1 15,0-83 0,0-28-31,0 28 16,0 27-16,0 0 0,0-27 16,-28 28-16,28-1 15,0-27-15,0 27 16,0-27 0,0 27-16,0 1 31,0-1-31,0 1 31,0-1 32,28 28-48,-1 0 32,1 0-47,27 28 16,-27 27-1,-28-28 1,27 1 0,-27 0-16,0-1 15,28-27-15,-1 0 16,-27 28-1,0-1 1,0 1 15,28-28 32,0 0-48,-28-55-15,27 55 0,-27-28 16,0-27-16,0 27 16,28 1-1,-28-1-15,0 1 0,28 27 16,-28-28-16,27 0 31,-27 1-15,28 27-1,-1 0 17,1 0-17,0 0 1,-1 0 15,1 0 0,0 0-31,-1 55 16,-27-27-16,0 54 16,28-54-16,-28 0 15,0-1-15,27 1 0,-27 27 16,28-27 0,-28-1-1,28 1-15,-1-1 16,-27 1-1</inkml:trace>
  <inkml:trace contextRef="#ctx0" brushRef="#br0" timeOffset="3707.7">22072 1491 0,'82'0'141,"29"0"-126,-28 0-15,-28 0 16,0 0-1,-27 0-15,55 0 0,-28-28 0,-27 28 16,27 0-16,-27 0 16,-28-27-16,27 27 0,1 0 15,-1 0 1,29 0 0</inkml:trace>
  <inkml:trace contextRef="#ctx0" brushRef="#br0" timeOffset="4822.84">22127 2016 0,'27'0'203,"1"0"-203,27 0 16,-27 0-16,0 0 16,27 0-16,-28 0 15,1 0 1,0 0-16,-1 0 0,29 0 16,-29 0-16,1 0 15,-1 0-15,1 0 16,0 0-16,-1 0 0,1-28 15,0 28-15,-1 0 16,1 0-16,-1 0 16,1 0-16,0-28 15,-1 28-15,1 0 16,0 0-16,-1 0 16,1 0-1,-1 0 1</inkml:trace>
  <inkml:trace contextRef="#ctx0" brushRef="#br0" timeOffset="7210.9">23839 1160 0,'0'55'0,"0"-27"0,0 54 16,0-54 0,0 27-16,0 0 0,0-27 31,0 0-31,0-1 16,0 1-1,0 0-15,0-1 31,0 1 1,0-83 15,0-1-47,0 1 31,28 55-31,-28-28 0,28-27 0,-1-28 0,-27 56 31,0-1-31,28 1 0,-28-1 31,0 0-31,28 28 16,-28-27-16,0-1 31,27 1-31,-27-1 16,28 0-1,-28 1-15,27-1 16,1 1-16,-28-1 31,0 0-31,0 1 32,28 27 14,-1 0 1,1 83-31,-28-1 0,28-26-16,-28 26 15,0 1-15,0-55 16,0 55-1,27-28 1,-27-28-16,0 1 16,28-28-16,-28 28 15,0-1-15,27-27 16,-27 28 0,0-83 46,28-83-46,-28 55-16,0 0 15,28 28-15,-28 0 16,27 27 0,-27 0-16,0-54 15,28 82-15,-28-28 16,0-27-16,0 27 15,0 0 1,28 28 0,-1 0 15,1 0-15,-1 0-16,1 0 15,0 56-15,-1-1 16,1 0-16,-28-27 15,0-1-15,28 29 0,-1-1 16,1-55 0,-28 55-1,0-27 1,27 27 0,1-28-16,0-27 15,-28 56 1,0-29-16,0 1 31,27-1-15,-27 1 46</inkml:trace>
  <inkml:trace contextRef="#ctx0" brushRef="#br0" timeOffset="9016.78">25469 1243 0,'-27'0'157,"-1"0"-142,0 0-15,1 0 16,-1 0 0,1 0-16,-1 0 15,0 0 1,-55 0-1,56 0-15,-1 0 16,1 27-16,-1-27 0,0 28 16,1-1-16,-1-27 31,0 0-31,28 28 16,0 0-16,-27-28 15,-1 27 1,28 1-16,0-1 15,0 1-15,0 0 16,0-1-16,0 1 16,0 0-16,0-1 15,0 1-15,0-1 16,28-27-16,-1 0 16,1 0-1,27 28-15,28-28 16,0 0-1,-55 28-15,27-28 16,-27 0-16,27 0 16,-28 0-16,29 0 15,-29 0-15,1-28 16,27 28-16,-55-28 16,55 1-16,-27-1 15,0 28-15,-1-27 31,1-1-15,-28 0-16,0 1 16,28 27-1,-28-28 1,27 28 0,1 0 77,-1 0-77,-27 28 0,28-28-1,0 27-15,-28 1 0,0 0 16,27-28-16,1 27 15,-28 1-15,28-1 32,-1-27-32,1 28 15,-28 0 1,27-28-16,1 27 16,0-27 15,-1 28-16,1-28 1,-1 0 31</inkml:trace>
  <inkml:trace contextRef="#ctx0" brushRef="#br0" timeOffset="9990.6">26105 1408 0,'27'28'156,"-27"-1"-156,83-27 16,0 56-1,-28-29-15,0 1 0,1-28 16,-56 28-16,55-1 0,28-27 15,-83 28 1,55-1-16,0-27 16,1 28-1,-1 0-15,0-28 16,-55 27 0,28-27-16,27 28 15,-27-1 16,-1-27-15,-27 28-16</inkml:trace>
  <inkml:trace contextRef="#ctx0" brushRef="#br0" timeOffset="11750.19">26850 1381 0,'-27'27'203,"-1"1"-187,28-1-16,-27 1 0,27 27 15,-28-55-15,28 56 16,-28-29-1,28 1-15,0-1 16,-27 1 0,27 0-16,-28-28 31,28 27-15,0 1-16,-28-28 46,28 27-46,0 1 47,-27-28 0,-1 0-16,28 28-15</inkml:trace>
  <inkml:trace contextRef="#ctx0" brushRef="#br0" timeOffset="13478.87">27652 1105 0,'0'55'250,"-56"0"-235,29 0-15,27-27 16,0 27-1,-28-55-15,28 28 0,0-1 16,-28 1-16,1-1 16,27 1-16,0 0 15,0-1 1,0 1-16,-28-28 47,28-28 0,0 1-32,0-1 1,0 0 0,0 1-16,28-1 15,-1 1-15,1-1 16,0 0-1,27 1-15,-27-1 16,-28 1 0,27 27-16,1-28 15,-1 28 1,1 0 0,0 0 30,-1 0-46,1 83 16,-28-56-16,0 29 16,28-29-16,-28 28 15,0-27 1,0 0 0,0-1-16,0 1 0,0 0 15,0 27-15,0-28 16,0 1-16,0 0 15,0-1-15,0 1 16,0-1 0,-83 29-1,83-29-15,-28-27 0,-27 0 16,27 28-16,1-1 16,-1 1-16,0-28 15,1 0-15,27 28 16,-28-1-16,0-27 15,1 0 1,27 28 0,-28-28-1,28 27 17,-27-27-17,27 28 1</inkml:trace>
  <inkml:trace contextRef="#ctx0" brushRef="#br0" timeOffset="14798.82">28315 1187 0,'0'28'234,"0"0"-234,0-1 16,0 28-16,0-27 15,0 0-15,0 27 16,0 0 0,0 0-16,0 28 15,0 28-15,0-29 16,0-54-16,0 27 15,0-27-15,0-1 16,0 29 0,0-29-16,0 1 15,0-1 1,0 1 0,0 0 15,0-1-16,0 1 48,0 0-32</inkml:trace>
  <inkml:trace contextRef="#ctx0" brushRef="#br0" timeOffset="17619.88">28812 1353 0,'0'55'203,"0"28"-187,0-55-1,0 27-15,0 0 16,0-27-16,0 27 16,0 0-1,0-27-15,0-1 16,0 1-16,27 0 16,-27-1-16,0 1 15,0-1 1,0 1-16,0 0 15,0-1 1,0 1 0,0-1-16,28-27 15,-28 28 1,0 0-16,0-1 16,28-27 46,-28 28-62</inkml:trace>
  <inkml:trace contextRef="#ctx0" brushRef="#br0" timeOffset="19903.57">28895 1187 0,'27'0'469,"1"0"-453,-1 0-16,1 0 31,27 0-31,-27 28 15,0-28 1,-28 28-16,55-28 16,-28 0-1,1 0 1,0 0-16,-1 0 16,-27 27-16,28-27 15,0 0-15,-28 28 16,27-28-1,1 0-15,-1 0 32,1 0-17,0 0 1,-1 0 15,1 0 0,-28 27-15,0 1 0,0 0-1,0-1-15,0 1 16,0 27 0,0-27-1,0-1 1,0 1-1,0 0-15,0-1 32,0 1-17,0-1 1,0 1 0,-28-28-16,28 28 15,-27-28 32,27 27-47,-28-27 16,0 28-16,1-28 31,-1 0-31,1 0 47,-1 0-47,0 0 31,1 0-15,-1 0-1,0 0 1,1 0-16,-1 0 16,1-28 15,-1 28-31,0 0 31,1 0-15,-1 0 15,0 0 31,1 0 1</inkml:trace>
  <inkml:trace contextRef="#ctx0" brushRef="#br0" timeOffset="47549.4">20414 3313 0,'28'83'0,"-1"-83"16,1 0-16,-28 55 0,0 1 16,55-56-16,-55 27 15,28 28-15,0-55 0,-28 56 16,0-29-1,27-27 1,-27 28-16,28-1 47,-28 1-47,27-28 16,-27 28-16,0-1 15,0 1 1,28-1-16,-28 1 15,28-28 1,-28 28-16,0-1 16,0 1-1,27-28 1,-27 27-16,28 1 16,-28 27-1,27-55-15,-27 28 16,28 0-1,-28-1-15,28-27 16,-1 0 47,-27-27-17,28-1-30,-28-55-16,28 55 16,-28 1-16,0-28 15,0 27-15,0 0 16,27 1-16,-27-1 16,0 1-16,28 27 15,-28-28-15,0 0 16,0 1-16,0-1 15,0-27 1,27 0 0,-27 27-16,0-55 15,28 56 1,-28-1 0,0 0-16,0-27 15,28 55 1,-28-27-1,0-1 1,0 0 0,0 1 46,0-1-31,0 1 16,27 27-15</inkml:trace>
  <inkml:trace contextRef="#ctx0" brushRef="#br0" timeOffset="49489.8">21491 3865 0,'0'-27'62,"0"-1"-46,0 1 62,28 27-62,27 0-16,-27 0 15,0 0-15,-1 0 16,1 0 0,27 0-16,-27 0 15,-1 0-15,1 55 16,0 0-16,27 0 15,0-55-15,-55 28 16,28-28-16,-28 27 0,27 1 16,1 0-16,0-28 15,-28 27 1,0 1-16,27-28 16,-27 28-1,28-28-15,-28 27 16,27 1-1,-27-1 1,0 1 0,0 0 31,-27-1-16,-1-27 0,1 0 16,27-27-16,0-1-15,0-27-1,0 27 1,0-27 0,0 27-1,0 1 1,27 27 0,-27-28-1,0-27-15,28 0 31,-28-1-31,27 56 16,1-27 0,-28-1-16,0 1 31,0-1-31,28 0 16,-28 1-1,27 27-15,-27-28 16,0 1-1,28-29-15,-28 29 47,28 27-47,-28-28 0,27 1 0,-27-1 47,28 28-31,-28-28-1</inkml:trace>
  <inkml:trace contextRef="#ctx0" brushRef="#br0" timeOffset="50590.21">23011 3562 0,'27'0'156,"1"0"-140,0 0-16,-1-28 15,1 28-15,0 0 16,27 0-16,0 0 15,0 0 1,-55-27-16,55 27 16,-55-28-16,28 28 0,0-28 15,-1 28 1,1 0 0,-28-27-16,28 27 15,-1 0-15,1 0 47</inkml:trace>
  <inkml:trace contextRef="#ctx0" brushRef="#br0" timeOffset="51758.88">23204 3948 0,'28'0'218,"27"0"-218,-27 0 16,-1 0-16,1 0 0,-1 0 16,29 0-16,-29 0 15,1 0-15,0 0 16,-1 0-1,1 0-15,-1 0 0,29 0 32,-29 0-17,1-27 1,0 27-16,-28-28 31,27 28-31,1 0 16,-1 0-1,1 0 32</inkml:trace>
  <inkml:trace contextRef="#ctx0" brushRef="#br0" timeOffset="53339.85">24254 3479 0,'27'0'156,"1"0"-140,27 0-1,-27 0-15,0 0 0,-1 55 16,28-55-16,-27 28 15,0-28-15,-1 0 16,1 27-16,-28 1 16,28 0-16,-1-28 15,-27 27 1,28 1-16,-1-1 16,-27 1-1,28 0 1,-28-1-1,0 1-15,0-1 47,28 1-31,-28 0 15,0-56 47,0 0-46,27 28-17,-27-27 1,0-1-16,0-27 0,0 0 15,0 27-15,0 1 16,0-29-16,28 29 16,-28-1-16,0 1 15,0-1 1,0 0-16,0 1 47,0-1-47,0 0 15,28 28 1,-28-27 0,0-1-1,27 28 1,-27-27 0</inkml:trace>
  <inkml:trace contextRef="#ctx0" brushRef="#br0" timeOffset="54464.45">25083 3424 0,'0'27'297,"0"1"-282,0 0 1,0-1 0,0 1-16,0-1 15,0 1 17,0 0-1,0-1 0</inkml:trace>
  <inkml:trace contextRef="#ctx0" brushRef="#br0" timeOffset="57095.3">25718 3562 0,'0'55'218,"0"28"-202,0-56 0,0 29-1,0-29 1,0 1-16,0-1 31,0 29-31,0-29 16,0 28-1,0-27 1,0 0-16,28-28 16,-28 27-16,0 1 0,0 0 31,0-1-16,0-54 48,0-1-47,0 0-16,0 1 15,0-1-15,0 0 16,0 1-1,0-1 1,0 1 31,0-1-47,0 0 16,0 1 15,0-1-31,0 1 31,0-1-15,0 0 15,27 1-15,-27-1-1,28 28 16,-28-27-31,0-1 16,27 28 0,-27-28-1,28 28-15,-28-27 16,0-1 0,28 28-16,-1 0 15,-27-27-15,28 27 16,0 0-16,-28-28 15,27 28-15,28 0 32,-27 0-1,-28 28 31,0-1-46,0 1 0,-28-28-1,1 0 1,27 27-16,-28-27 16,28 28-1,-55-28-15,55 28 16,-28-28-16,1 0 15,-1 0 1,0 0 0,1 27-16,-1 1 15,1-28 1,-1 0 15,28 27-15,-28-27-1</inkml:trace>
  <inkml:trace contextRef="#ctx0" brushRef="#br0" timeOffset="58948.78">26298 3424 0,'0'55'203,"0"83"-188,0-110-15,0 27 0,28 110 16,-28-27-16,27-82 16,-27 27-16,0-1 15,28-26-15,-28-29 16,27 28-16,-27-27 15,0 0-15,0-1 16,0 1 0,0-1-1,0 1 1,0-194 78,0 84-94,0-1 15,0 55-15,0-27 0,0-83 16,0 83-16,0-28 16,-27 55-16,27 1 15,0-1-15,-28-27 16,28 27-16,0 1 47,0-1-47,-27 0 15,27 1 1,0-1-16,0 1 16,0-1-16,0 0 31,0 1-16,0-1 1,0 0 47,27 28-17,1 0-30,27 0 0,-27 0-1,-1 0 1,1 0-16,0 0 31,-1 0-15,1 28 15,-28 0-15,0-1-1,0 1 17,0 0-17,0-1 1,0 1 15,-28-28-31,1 0 47,27 27-16,-28-27-15,0 0-1</inkml:trace>
  <inkml:trace contextRef="#ctx0" brushRef="#br0" timeOffset="60849.44">26850 3921 0,'56'-28'156,"-1"-82"-140,-27 54-16,27-109 16,-55 110-16,27-1 0,1-54 15,0 27-15,-28 55 16,27-54-16,-27 54 16,0 0-1,0 1-15,0-1 0,0 1 16,0-1-1,0 0 17,0 1-1,0 82 16,0-27-32,0 27-15,-27 0 16,27-27-16,0-1 16,0 28-16,0 28 15,0 0 1,0-55 0,27-1-16,-27 29 0,56-1 15,-56-28-15,55 29 16,-28-1-16,1-28 15,-28 1 1,28 0-16,-1-1 0,1 1 16,0-28-1,-1 0-15,-27 27 16,55-27-16,-27 0 16,0 0-16,-1 0 15,1 0 1,0 0-1,-1 0 1,-27-27 0,28 27-16,27-55 15,-55 27-15,0-27 16,0 0-16,0 27 16,0-27-1,0 27-15,0-27 0,-28 27 16,28 1-1,0-1-15,-27 28 16,-1-28 0,1 28-1,-1 0 17,28 56-32,-28-56 15,28 27-15,0 1 16,0 0-16,0-1 15,0 1-15,0-1 16,0 29 15,0-29-15,28-27-16,-28 28 16,28-28-1,-1 0-15,1 27 16,27-27 15,-27 0-15,-1 0-16,29 0 15,-29 0 17,1 0-32,-1 0 31,1 0-31,0 0 15,-1-27 1,1 27 0,0-28-1,-1 28 1,1 0-16,27 0 31,-55-27-15,28 27-1,-28-28 17</inkml:trace>
  <inkml:trace contextRef="#ctx0" brushRef="#br0" timeOffset="62515.32">28701 3092 0,'28'0'188,"-1"56"-173,1-56 1,-28 27-16,55 28 0,-55-27 15,28 0-15,0-1 16,-28 1-16,27-1 16,1 1-1,-28 0-15,27-1 16,-27 1 0,28-28-16,-28 28 15,0-1 1,28-27-16,-28 28 15,27-28 1,1 0 47,0 0-17,-28-28-46,27-55 16,-27 28-16,28-28 16,-28 28-16,0 27 15,27-27-15,-27 28 16,0-1 0,0 0-1,28 28-15,-28-27 31,0-1-15,0 1 15,28 27-15,-28-28 0,27 28-1,-27-28 16</inkml:trace>
  <inkml:trace contextRef="#ctx0" brushRef="#br0" timeOffset="63269.58">29751 3148 0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11-03T04:33:18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9199 13032 0,'28'0'438,"-1"0"-438,1-28 16,-1 28-1,1 0-15,0 0 16,-1 0 15,1 0-31,0 0 31,-1 0-15,1 0 0,-1 0-1,1 0 1,0 0-1,-1 0-15,1 0 16,-28-28-16,28 28 16,-1 0-1,1 0 1,-1 0-16,1 0 16,0 0-1,-1 0-15,1 0 16,0 0-1,-1 0-15,1 0 32,-1 0-32,1 0 15,0 0 1,-1 0 0,1 0 46,-56 0 110,1 0-156,-1 0 15,0 0 0,1 0-15,-1 28 15,1-28-15,-29 0 15,29 0-31,-1 0 0,-27 0 15,27 0 1,-27 0-16,27 28 0,1-28 16,27 27-1,-28-27-15,0 0 16,1 0 15,-1 0-15,1 0 15,-1 0-31,0 0 16,1 0-1,-1 0 17,0 0-1,28 28-16,-27-28 1,-1 0 0,56 0 359,-28-28-360,0 1-15,-28-1 16</inkml:trace>
  <inkml:trace contextRef="#ctx0" brushRef="#br0" timeOffset="1951.16">9254 15351 0,'28'0'250,"-1"0"-234,1 0-16,0 0 16,-1 0-16,1 0 15,0 0-15,-1 0 16,1 0-1,-1 0-15,1 0 16,0 0 0,-1 0-1,29 0 1,-29 0 0,1 0-1,-1 0 1,1 0-1,0 0 32,-1 0-31</inkml:trace>
  <inkml:trace contextRef="#ctx0" brushRef="#br0" timeOffset="9055.84">8923 12120 0,'27'28'437,"1"0"-421,-28-1-1,28-27 1,-1 0-16,-27 28 16,28-28-16,-28 27 31,27-27-15,-27 28 15,28-28-16,-28 28 1</inkml:trace>
  <inkml:trace contextRef="#ctx0" brushRef="#br0" timeOffset="10862.87">9171 12176 0,'-27'0'281,"27"27"-281,0 1 16,-28-28-16,28 27 16,-28-27-16,1 28 31,-1 0-16,1-28 1,27 27-16,-28-27 31,28 28-15,-28 0 15,28-1 32,0 1-1</inkml:trace>
  <inkml:trace contextRef="#ctx0" brushRef="#br0" timeOffset="14724.24">7431 14108 0,'28'28'203,"-1"-1"-172,-27 1-31,28 0 16,27-28-16,-27 27 31,-1-27-15,1 28-16,0 0 15,-1-28-15,1 0 16,-1 27-16,1 1 16,0-28-16,-1 0 31,1 0-31,-28 27 16,28-27-1,-1 0-15,1 0 31,-1 0-15,1 0 0,0 0-1,-1 0 17,29 0-17,-1 0-15,-28 0 16,56 28-16,-55-28 15,0 0-15,27 28 16,-28-28-16,1 0 16,0 0-16,-1 0 15,29 0 1,-29 0 0,28 0-16,-27 0 15,27 0-15,-27 0 16,0 0-1,-1 0-15,1-28 16,-1 28-16,1 0 16,0 0-1,-1 0-15,29 0 0,-29 0 16,1-28-16,-1 28 16,1 0-1,0 0-15,27 0 16,-27 0-1,-1 0-15,1 0 16,-1 0-16,1-27 16,0 27-1,-1-28-15,1 28 16,27 0 0,-27 0-16,-1 0 31,1 0-31,0 0 15,-1 0-15,1 0 16,55 0 0,-56 0-1,29 0 1,-29 0-16,29-27 16,26 27-16,-54 0 15,0 0-15,27 0 0,-28-28 0,29 28 16,-29 0-16,29-28 15,26 1 1,-54 27-16,0 0 0,-1-28 0,29 28 16,-1-28-16,-28 28 15,1 0-15,0 0 16,-1 0-16,1 0 0,0 0 16,-1-27-16,1 27 15,27 0-15,-55-28 16,28 28-1,27 0-15,-27 0 16,-1 0 0,1 0 15,-1 0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9-05T06:24:28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14392 12010 0,'-27'0'94,"-1"0"-94,0 0 15,-27 0 1,0 0 0,0 0-1,-1 0 1,1 0-16,27 0 16,-54 0-1,-1 0-15,27 0 0,1 0 16,0 0-1,-28 0-15,0 0 16,0 0-16,-27 0 16,-28 0-16,110 0 15,-27 0-15,-28 0 0,0 0 16,28 0 0,27 0-16,1 0 15,27 28-15,-56-1 0,56 1 16,-27-28-1,-28 55-15,55-27 16,-28-28-16,0 82 0,1-26 16,-1-1-1,0 0-15,28 28 16,-27-83-16,-1 55 16,1 0-16,27-27 15,-28 0 1,28-1-16,0 56 15,0 0-15,0 0 16,-28 27-16,1 28 16,27-110-16,0 27 0,0 0 15,0 28-15,0 27 16,0-54-16,27 27 16,-27-28-16,28-28 15,55 56-15,-28 0 16,0 0-16,1 0 15,-29-56-15,28 1 16,-27-28-16,0 55 0,54 0 16,1-55-16,0 28 15,-28-28-15,1 0 16,-1 0-16,0 28 0,28-28 16,28 0-16,-56 0 15,28 0-15,-56 0 16,1 0-16,82-28 0,1-27 15,-28 27-15,27 0 16,-27-27-16,-83 28 16,28 27-16,27-28 15,28-55-15,-28 28 16,28-55-16,-28 27 16,-55 55-16,28 1 0,27-84 15,-27 83-15,-1-54 16,1 54-16,0-27 15,-1 0-15,-27-1 0,28 1 16,27-28-16,-27-27 16,27 27-16,0 28 15,-55 0-15,28-1 0,0-26 16,-28 26-16,27 29 16,-27-28-1,0 27-15,0 0 16,0 1-16,0-1 0,0-27 15,0 27 17,0 1-32,0-1 0,0 0 15,-27 1-15,-1-1 16,28-27-16,0 0 16,-28 27-1,1 28-15,27-27 16,0-29-1,0 29-15,-28-1 16,28 1 0,0-1-1,0 0 1,-28 28 0,1 0 15,27-27-31,-28 27 15</inkml:trace>
  <inkml:trace contextRef="#ctx0" brushRef="#br0" timeOffset="2575.96">18950 11982 0,'-28'0'125,"-27"0"-110,0 0 1,-28 0-1,28 0-15,27 0 16,-55 0-16,0 0 16,1 0-16,-1 0 15,55 0-15,0 0 0,-27 0 16,-28 28-16,56-28 16,-56 28-16,28-28 15,27 27-15,-27-27 16,27 0-16,1 0 15,-1 0-15,0 0 16,-27 0 0,27 0-16,28 28 15,-27-28 1,-1 0 0,1 27-1,-29 1-15,29-28 16,-1 28-1,0-28-15,28 27 16,-27-27-16,-28 28 16,55-1-16,-28 1 15,0-28-15,1 55 0,27-27 16,-28 55-16,-27 27 16,27-27-16,1-83 15,27 55-15,0 0 16,-28 28-16,0 28 0,28-28 15,0-28 1,0 0-16,28 28 16,27 27-16,0-82 15,-27 27-15,0 28 16,-28-56-16,55-27 0,-27 56 16,54 27-16,-54-28 15,27-28-15,28-27 16,-28 0-16,56 0 15,-1 28-15,-27-28 16,-28 28-16,84-28 16,-112 0-16,1 0 15,55 0-15,-56 0 0,56 0 16,28-28 0,-28 28-16,-56-28 15,28 1-15,-27-1 16,0-27-16,-1 27 15,29-55-15,-56 1 16,27 82-16,-27-111 0,0 28 16,0-55-16,0 28 15,0 27-15,0 55 16,0-54-16,0-1 16,0 28-16,0-1 15,0-26-15,0 26 16,0 29-1,0-1 1,0 1 0,0-1-16,0-55 15,0 28-15,0 0 16,-27-1 0,27 29-1,0-28-15,-28 55 16,28-28-1,0 0-15,0 1 16,-28-1 15,28 1-15,-27 27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11-07T04:23:14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13591 1878 0,'28'0'109,"27"-28"-109,55 0 0,-82 28 0,0 0 0,110-27 16,-28-1-16,28 28 16,-55 0-16,28 0 15,-56-27 1,-27 27-16,137-28 0,-109 0 15,137 28-15,-82-27 16,-29 27 0,-54 0-16,27 0 0,-27 0 15,55-28-15,27 28 16,-55 0 0,28 0-16,-55 0 15,27 0-15,28 0 16,-28 0-16,1 0 15,-29 0-15,1 0 16,-1 0-16,1 0 0,0-27 16,27 27-16,-27 0 15,-1 0 1,1 0-16,-1 0 16,1-28-16,0 28 31,-1 0-16</inkml:trace>
  <inkml:trace contextRef="#ctx0" brushRef="#br0" timeOffset="2583.96">13508 1767 0,'0'-27'328,"0"-1"-328,0 0 15,0-27-15,0 0 16,28-28-16,-28 55 16,0 1-16,27-1 15,-27 1-15,0-1 16,28 28-16,-28-28 15,0 1-15,28-28 32,-28-1-32,27 56 15,1-55-15,-28 28 16,0-1 0,0-27-16,0 27 0,28-27 31,-28 27-31,27 28 15,-27-27-15,0-1 16,0 0 0,0 1-1,28 27-15,-28-28 32,27 1-1,-27-1-16,28 28-15,0 0 16,-1 0-16,1-28 16,0 28-16,27 0 15,-28 0 1,29 0-16,-29 0 16,1 28-16,0 0 15,-1-1-15,1-27 16,27 0-1,-27 55-15,-28-27 16,27-28 0,29 28-16,-56-1 0,0 1 15,55-28-15,-55 28 16,27-1-16,-27 1 16,28-28-1,-28 27 1,28 1-16,-1-28 31,-27 28-31,0-1 16,28-27-1,-28 28 1,0-1-16,28 1 16,-28 0 15,27-1-31,1-27 15,-28 55-15,0-27 16,27-28-16,1 28 16,-28-1-1,28 1-15,-28-1 16,0 1 0,27-28-16,-27 28 15,28-28 1,-28 27-1,0 1 1,0 0 31,28-1-31</inkml:trace>
  <inkml:trace contextRef="#ctx0" brushRef="#br0" timeOffset="6422.21">10663 5494 0,'0'56'156,"0"-29"-140,28 1-16,-28 27 16,0-27-16,0 27 15,0-28-15,0 1 16,27-28-16,-27 28 15,0 27 1,0 28 0,0-28-1,0-27-15,0-1 16,0 1 0,0-1-1,0 1-15,0 0 31,28-28 16</inkml:trace>
  <inkml:trace contextRef="#ctx0" brushRef="#br0" timeOffset="7968.63">10497 5936 0,'28'0'282,"-1"0"-267,1 0 1,0 0-16,-1-28 16,1 28-1,0 0-15,-1 0 31,1 0-31,-1-27 16,1 27 0,0 0 15,-1 0-15,1 0-1,0 0-15,-1 0 16,1 0-1,-28-28-15,27 28 16,1 0-16,0 0 16,-1 0-1,1 0 1,0 0 0,-1 0-1,1 0 1,-1 0-1,1 0 1,0 0 15,-1 0-31,1 0 32</inkml:trace>
  <inkml:trace contextRef="#ctx0" brushRef="#br0" timeOffset="10072.07">7403 7013 0,'0'-28'343,"28"1"-343,0-1 16,-1 0-16,1-27 16,27 55-16,0-27 15,28-29-15,-83 29 16,0-1-16,55 28 0,-27-27 16,0-1-16,-1 28 15,-27-28 1,28 28-1,-28-27-15,28 27 0,-28-28 16,27 0 15,1 28 1,-28-27-17,27 27-15,-27-28 63</inkml:trace>
  <inkml:trace contextRef="#ctx0" brushRef="#br0" timeOffset="11425.82">5525 8145 0,'28'0'172,"-28"27"-172,55 29 0,-28-56 15,1 0-15,-28 55 16,28-28 0,-1-27-16,-27 28 0,56 27 15,-1-27 1,-28-1-1,1 1-15,0 0 16,-28-1 0,27-27-1,-27 28 1,28-28-16,-28 28 16,28-28-1,-28 27 1</inkml:trace>
  <inkml:trace contextRef="#ctx0" brushRef="#br0" timeOffset="13426.19">5442 8504 0,'28'0'313,"-1"0"-298,1 0-15,-28-28 16,55 28-16,-55-28 0,55 28 16,-27 0-1,-28-27-15,28 27 16,-1 0 0,-27-28 15,28 28-31,0-27 31,-1 27 0,1-28-15,-1 0-16,1 1 16,0-1-16,-28 1 15,55 27 1,-27 0-16,-28-28 15,27 0-15,1 28 16,-1 0 0,-27-27-16,28 27 0,0 0 15,-1 0 17,1-28-17,-28 1 1,28 27-16,-1 0 31,-27-28-15,28 28-1,-28-28 1,27 28 31</inkml:trace>
  <inkml:trace contextRef="#ctx0" brushRef="#br0" timeOffset="22711.79">12486 7068 0,'0'28'297,"0"-1"-297,0 1 15,0-1 1,0 1 0,28 0-16,-1-1 15,-27 1 1,28 0-16,-28-1 15,28 1 1,-28-1 0,0 1-16,27-28 15,-27 28 1,0-1 0,28-27 15,-28 28-31,0-1 15,28-27-15,-28 28 16,0 0 15,27-28-15,-27 27 0,28-27-1</inkml:trace>
  <inkml:trace contextRef="#ctx0" brushRef="#br0" timeOffset="24111.42">12403 7455 0,'28'0'156,"-28"-28"-124,28 0-17,-1 28 16,-27-27-15,28 27 0,-1-28-16,1 28 15,-28-27-15,28-1 16,27 28 0,-27-28-1,-1 1-15,-27-1 16,28 28-1,-1 0-15,1-28 32,-28 1-17,28 27 1,-1 0 0,-27-28 46,28 28-15</inkml:trace>
  <inkml:trace contextRef="#ctx0" brushRef="#br0" timeOffset="25367.38">13702 9884 0,'27'0'235,"1"0"-220,-1 0-15,-27-27 16,0-1-16,56 0 0,-29 28 15,1 0 1,0 0-16,-1-27 16,28-1-16,-27 0 15,0 28-15,27 0 16,-55-27-16,28-1 16,-1 28-16,1 0 15,-28-27-15,27 27 16,1-28-1,-28 0 17,28 28-1</inkml:trace>
  <inkml:trace contextRef="#ctx0" brushRef="#br0" timeOffset="28616.07">6105 6682 0,'0'55'281,"28"-55"-281,-28 55 16,27-27-16,-27-1 31,0 1-31,0-1 0,28 1 16,-28 0-16,28-28 16,-28 27-16,0 1 15,0-1 16,0 1-31,0 0 16,0-1 47,0 1-17,-28-83 48,28 27-94,-28-27 0,1-28 16,-1 55-16,28-82 15,0 27-15,0 0 16,0 56-16,0-1 0,0-55 16,-28 0-16,-27 1 15,55 26-15,-27 1 16,27 28-16,0-1 16,0 0-16,0 1 15,0-1 1,0 1-1,0-1-15,0 0 47,27 1-47,28-1 0,-27 28 16,27-55-16,1 27 16,-29 1-16,1 27 15,-1-28-15,1 28 0,0 0 16,-1-28-16,1 28 15,0-27-15,-1 27 16,1 0 0,-28 27 15,0 1-15,0 27-16,0 0 15,0 28-15,0-55 16,0 0-1,0 54-15,0-54 16,-28 27-16,28-27 16,-27-28-16,-1 27 0,28 1 15,-28 0-15,1-1 16,-1 1-16,0-1 16,1 1-1,-1-28 1,28 28-16,-27-28 15,-1 0 1,0 0-16,28 27 0,0 1 16,-27-28-1,-1 0 17,83 27 77,-27-27-78,0 28-31,-1-28 0,1 28 16,-1-28-16,1 0 15,0 0-15,-1 27 16,1-27 0,0 0-16,-28 28 15,27-28-15,1 0 16,-28 28 0,27-28-16,1 0 46</inkml:trace>
  <inkml:trace contextRef="#ctx0" brushRef="#br0" timeOffset="29463.58">6768 6378 0</inkml:trace>
  <inkml:trace contextRef="#ctx0" brushRef="#br0" timeOffset="32146.8">7265 6102 0,'0'27'218,"0"1"-202,0 0 0,0-1-16,0 28 15,0-27 1,0 0-16,0-1 16,0 28-1,28-27 1,-28 0-1,0-1-15,28-27 32,-28 28-32,0-1 15,27 1 48,-27 0-48,0-56 95,-55-82-95,55 27 1,-28 28-16,1-83 16,-1 27-16,28 28 15,0 56-15,0-84 16,0 84-16,0-1 0,0-27 16,0 27-1,0 1-15,0-1 16,0 0 31,0 1-16,28 27 110,-1 0-126,1 27 16,0-27-15,-1 0-16,-27 28 16,0 0-16,0-1 15,28-27-15,-28 55 16,0-27-16,0 0 16,0 27-1,0-28 1,0 1-1,0 0 1,0-1-16,0 1 16,0 0-1,0-1-15,-28 1 32,28-1-17,-27 1-15,27 0 31,-28-28 16,56 0 78,-1-28-109,-27 0 0,0 1-1,28 27 1,-1 0-16,1-28 31,0 28-31,-1 0 16,1-27-1,27 27-15,-27 0 32,-1 0-17,1 0 1,0 0-16,-1 0 15,1 27 32,-28 1 0,0-1-47,0 1 16,0 0-1,0-1 17,0 1-17,0-1 1,0 1 0,0 0-1,0-1-15,0 1 31,0-1-15,-28 1 0,1-28-16,27 28 0,-28-28 31,28 27-31,-28-27 31,1 28-15</inkml:trace>
  <inkml:trace contextRef="#ctx0" brushRef="#br0" timeOffset="33655.92">13757 7675 0,'0'28'204,"0"0"-204,0-1 0,0 56 15,0-55-15,0 55 16,0-56-16,0 1 15,0-1-15,0 1 0,0 0 16,0 27-16,0-28 16,0 1-16,0 0 15,0-1-15,27 28 32,-27-27-32,28-28 0,-28 28 15,0-1-15,0 1 16,0-1 15,0 1-15,0 0 15</inkml:trace>
  <inkml:trace contextRef="#ctx0" brushRef="#br0" timeOffset="35304.44">13591 7731 0,'28'0'297,"-1"0"-234,1 0-32,-28-28-31,28 28 31,-28-28-15,27 28-16,1 0 31,27 0-15,-55-27-16,28-1 15,27 28-15,-27-27 16,-1 27 0,1 0-16,-28-28 15,27 28-15,1-28 16,0 28-1,-1 0 1,29-27-16,-56-1 0,27 28 16,-27-27-1,28 27 1,-1 0-16,1 0 78</inkml:trace>
  <inkml:trace contextRef="#ctx0" brushRef="#br0" timeOffset="36935.46">13812 8145 0,'28'0'281,"-1"0"-265,1-28-1,0 28-15,27 0 16,-28-27-1,1 27-15,0 0 16,-1-28 0,1 28-1,0 0 32,-1 0-31,1 0 62</inkml:trace>
  <inkml:trace contextRef="#ctx0" brushRef="#br0" timeOffset="39668.48">14889 7731 0,'0'27'203,"0"1"-203,0-1 0,0 29 0,0-29 16,0 1-16,0 55 16,0-56-16,0 1 15,0 0-15,0 27 32,0-28-32,0 1 31,0 0-31,0-1 0,0 1 31,0-1 0,0-54 126,0-28-157,0 27 0,0-55 15,0 28-15,0 27 16,0-27-16,-27 0 31,27 27-31,0 1 31,0-1-15,0 0-16,0 1 31,0-1 0,0 1 1,0-1-32,0 0 15,0 1 1,0-1-16,0 1 31,0-1-31,0 0 16,27 28-16,1 0 47,-28-27-47,0-1 47,28 28-32,-1 0 32,1 0-31,0 0-1,-1 0 1,1 0 0,-1 0-1,1 0 1,-28 28 15,28-28-15,-1 27-1,-27 1-15,0 0 0,0-1 16,0 28 0,0 1-1,0-29 1,0 28-1,0-27-15,0 0 16,0-1 0,0 1-1,-27-28-15,27 28 16,0-1-16,-28 1 47,0-28-47,28 27 15,0 1 1,-27-28 0,-1 0 31,56 0 62,-1-28-93,1 28-1,-28-27-15,28 27 16,-1 0-1,1-28-15,0 28 16,-1-27-16,1 27 16,-1 0-1,1 0-15,27 0 16,-27 0 0,-1 0-1,1 0-15,0 0 31,-1 0-31,1 27 32,0-27-17,-28 28 1,0 27-16,0 0 16,0 0-1,0-27-15,0 27 16,0-27-16,0 27 15,-28-27 1,0-1 0,28 1-16,-55 27 15,27-55-15,-27 0 32,28 28-32,27-1 0,-56 1 0,1-28 15,55 28-15,-27-28 16,-29 27-16,56 1 15,-27-28-15,-1 0 16,0 0-16,1 0 16,-1 0-1,1 27-15,-1-27 32,0 0-17,1 0 1,-1 0-1,0 0 17,1 0-17,-1 0 1</inkml:trace>
  <inkml:trace contextRef="#ctx0" brushRef="#br0" timeOffset="57853.17">7072 11458 0,'28'0'282,"-1"27"-267,1 1-15,-1 27 16,1-27-1,-28-1 1,28 1-16,-1-28 16,-27 28-16,0-1 15,28-27-15,-28 28 32,0 0-17,28-28 1,-28 27-1,27-27 1</inkml:trace>
  <inkml:trace contextRef="#ctx0" brushRef="#br0" timeOffset="60004.43">7210 11623 0,'55'0'375,"-27"-27"-360,0 27 1,-28-28-1,27 28 1,1 0-16,-28-27 156,27 27-109,1 0 0,-56 0 47,28 27-79,-27 1 1,-1-1 0,1-27-16,-1 28 31,0 0-31,28-1 16,-27-27-1,27 28 1,-28 0-16,0-28 15,28 27 1,-27-27 0,27 28-16,-28-28 15,28 27-15,-27-27 32,-1 0-17,28 28 1,0 0-1,-28-28 1,1 0 15,-1 0 1,56 0 93,-1 0-79,-27-28-46,0 0 16</inkml:trace>
  <inkml:trace contextRef="#ctx0" brushRef="#br0" timeOffset="61525.12">9033 13390 0,'28'0'282,"27"0"-267,-27 0 1,-1-27-16,1-1 0,27 28 16,-27 0-1,-1-27-15,1-1 31,0 0-31,-1 28 16,1 0 15,0 0-31,-1-27 63</inkml:trace>
  <inkml:trace contextRef="#ctx0" brushRef="#br0" timeOffset="62945.93">5635 13943 0,'0'27'188,"0"1"-172,0-1-16,0 29 0,28-1 15,0 28-15,-28-56 16,0 29-16,27-29 15,-27 1-15,0-1 16,0 29-16,0-1 16,0-28-16,0 1 15,28-28-15,-28 28 16,0 27-16,0-28 0,0 29 31,0-29-31,0 1 31,0-1-15,0 1-16,28-28 31,-28 28-15,27-28 0</inkml:trace>
  <inkml:trace contextRef="#ctx0" brushRef="#br0" timeOffset="65056.62">5774 14302 0,'27'0'531,"28"-28"-515,1 0-16,-1 1 15,-27 27-15,-1-28 16,1 28-16,-1-28 16,1 28 15,0-27-31,-1 27 16,-27-28 15,28 28-31,-28-27 31,28 27-31</inkml:trace>
  <inkml:trace contextRef="#ctx0" brushRef="#br0" timeOffset="66129.11">5746 13943 0,'0'-28'219,"28"0"-219,-1 28 16,1-27-1,-1 27-15,29-28 16,-1 1-16,-27-1 16,27 0-16,-28 28 15,1 0-15,0 0 16,-1 0-16,-27-27 15,28 27 1,0-28-16,-1 28 16,1 0 31,-28-27-47,0-1 31,27 28-16</inkml:trace>
  <inkml:trace contextRef="#ctx0" brushRef="#br0" timeOffset="68768.17">6713 13832 0,'0'28'219,"27"-1"-219,-27 29 15,28-29 1,-28 1-16,0-1 16,0 1-1,0 0-15,0-1 16,0 1-1,0-1 1,28-27 0,-28 28 46,0 0-46,27-28-16,-27 27 15,28-27 1,-28 28 0,0 0-1,0-1 1,28 1-16,-28-1 0,27-27 16,-27 28-1,0 0-15,0-1 0,28-27 16,-28 28 15,0-1-15,27-27-1,-27-55 1,-27-28 0,-1 56-1,1-56-15,-1 28 16,-27-1-16,55-26 15,0 54 1,0 0-16,0 1 0,-28-1 31,28 1-31,-28-1 0,28 0 16,0 1 0,0-1-16,0 1 15,0-1-15,-27 28 16,27-28-1,0 1-15,0-1 16,0 1 15,0-1-15,0 0 31,0 1 0,55-1-32,-27 28 17,-1 0-32,1-28 15,0 28-15,-28-27 16,27 27-16,1 0 15,-28-28 1,27 28 15,1 0-31,-28 28 32,0-1-32,0 1 15,0 27-15,0-27 16,0 27-16,0-27 31,0-1-31,0 1 16,0 0-1,0-1 1,-28 28 0,28-27-1,-27 0 1,27-1-16,0 1 0,-28-28 15,28 27 1,-27 1-16,27 0 31,-28-1-15,28 1 0,-28-28-1,56 0 126,0 0-126,-1-28-15,1 28 0,-28-27 16,27 27 0,1 0-16,0 0 31,-1 0-31,1 0 31,0 0-15,-1 0 15,1 0-15,-1 27-1,1 1 1,0-1 15,-28 1-31,27-28 16,-27 28-1,0 27-15,0 0 16,28-27-16,-28-1 16,28 1-1,-28 0-15,0-1 16,0 56-16,0-55 16,0 27-16,0 0 15,0-27 1,0-1-1,-28 1-15,28-1 0,0 1 16,-28 0 0,1-28-1,27 27-15,0 1 16,-28-28 0,0 0-1,28 28 1,-27-28 31,-1 0-32</inkml:trace>
  <inkml:trace contextRef="#ctx0" brushRef="#br0" timeOffset="75869.88">9779 15268 0,'0'27'219,"-28"29"-203,1-29 15,27 1-31,0-1 16,0 1-1,-28-28-15,28 28 16,-27-1 31,27 1-16,0 0 250,0-1-265,0 1-16,0-1 15,0 1 1,0 0-16,0-1 16,0 1-1,0-1 17,0 1-32,-28-28 15,28 28 1,0-1-16,0 1 15,-28-28 17,1 0-32,-29 0 0,1 0 15,55 27 1,-55 1-16,-28-28 0,-55 0 16,83 28-16,-56-1 0,56-27 15,-56 0-15,56 0 16,-55 0-1,27 0-15,28 0 0,-1 0 32,1 0-32,0 0 0,-56 0 15,28 0-15,-27 0 16,82 0-16,-27 0 16,27 0-16,1 0 0,-111 0 15,27 0-15,56 0 16,-28 0-16,28 0 15,0 0-15,-28 0 0,-28 0 16,28 0 0,-55 28-16,111-28 15,-29 0-15,29 0 0,-56 27 16,-28-27-16,29 0 16,-1 0-16,-28 56 15,56-56-15,0 27 0,-1-27 16,-26 0-16,-29 0 15,83 0-15,-54 0 16,54 0-16,0 0 16,-27 28-16,27-28 15,-27 0-15,0 0 16,-28 0 0,55 0-16,-54 0 15,26 0-15,1 0 16,0 0-1,27-28-15,-27 1 16,0-1 0,27 28-1,0-28-15,1 1 16,-1-1-16,1 28 16,27-27-16,-28-1 15,28 0-15,-28 1 16,28-1-1,-27 28-15,27-27 0,0-1 16,-28 0 0,28 1-16,-28-28 0,28 27 15,-27 0 1,27 1-16,0-1 0,0 1 16,0-1-16,-28 0 15,28 1 1,0-1-16,-27 0 0,27 1 15,-28-1-15,28-27 16,-28 27 0,-27-27-1,55 28 1,-28-1-16,28-55 16,-27 83-16,27-55 15,-28 27 1,1 1-16,27-1 15,0 1-15,-28-1 16,0-27-16,1-1 16,27-26-16,-28 54 15,28-55-15,0 56 16,0-1-16,0 0 0,-27-27 16,27 0-16,-28 0 15,0 27-15,28 1 16,-27-29-16,27 29 15,0-29-15,0-26 16,-28 26-16,28 29 16,0-28-16,0 27 0,-28-55 15,28 56 1,-27-29-16,27 29 16,0-1-16,-28 1 15,28-1-15,0 0 16,-27 1-16,27-29 15,-28 56 1,28-27-16,0-1 16,-28 1-16,1 27 0,-1 0 281,28 27-281,0 1 16,-28-28-1,28 27-15,0 1 16,0 0-1,-27-1-15,27 1 16,-28 27-16,28-27 16,-27-28-16,-1 27 15,28 1-15,0 0 16,0-1 0,0 1-1,-28-1 1,28 1-1,0 0-15,-27-28 16,27 27-16,0 1 31,0-1 16,27-27 47,-27-27-78,0-1-16,0 1 0,28-29 0,-28 29 31,0-1-31,0 1 0,28 27 15,-28-28-15,0 0 16,0 1 0,27 27 15,-27-28-15,0 1 15,28 27-16,-28-28 17,0-27-32,27-28 0,29 55 0,-56-27 31,55 27-31,-55 1 0,0-28 16,28 55-1,-28-28-15,27 28 31,-27-28-15,28 28-16,-28-27 16,27 27 31,-27-28-32,0 1 16,28 27-15,-28-28 15,0 0-15,28 1 31,-1 27 31,-27-28-78,28 28 16,0 0-1,-1 0-15,1 0 16,-1 0-1,1 0-15,0 0 16,-1 0 0,1 0-16,-1 0 15,1 0 1,0 0 0,-1 0-16,1 0 46,0 0-30,-1 0-16,1 0 31,-1 0 1,1 0-17,0 0 1,-1 0 15,1 28 0,0-28 1,-28 27-1,0 1-16,0 0 1,0-1 0</inkml:trace>
  <inkml:trace contextRef="#ctx0" brushRef="#br0" timeOffset="84383.38">10110 15075 0,'0'27'109,"0"1"48,0-1-111,0 1-14,-27-28-32,27 28 15,-28-1 1,28 1 31,-27-28-47,27 27 15,0 1 48,27-28-32,28 0-15,-27 0 15,0 0-15,-1 0-1,1 0 1,0 0-16,-1 0 31,1 0-31,-28-28 16,0 1-16,27 27 31,1 0-15,-28-28-1,0 1-15,0-1 16,0 0 0,0 1-1,-28 27 1,28-28-1,0 1 1,-55 27 0,28 0 15,-1 0-15,0-28-16,1 28 31,-1 0-16,0 0 17,1 0-32,-1 0 15,1 0 32,-1 0-16,28 28 1,0-1-1,0 1 0,0-1 0,0 1 1,28 0-17,-28-1 1,27-27-16,28 0 16,-27 0 15,0 0-31,-1 0 15,1 0 1,0 0-16,-1 0 31,1 0-15,-28-27 46,0-1-62,0 0 16,0 1 0,0-1-1,0 1 1,0-1 0,-28 28-1,28-28 16,-27 28 16,-1 0-31,0 0 0,1 0 15,-1 0 0,28 28 47,0 0-15,-28-1-48,1 1 17,27-1 14,0 1-14,0 0 15,27-28-47,-27 27 31,28-27 16,0 0-32,-1 0 1,1 0 0,0-27-16,-28-1 15,27 28 1,1-28-16,-1-27 31,1 28-31,0-1 16,-1 0-1,-27 1 1,0-1-16,0 1 16,0-1-1,0 0 1,-27 28-1,-29-27 1,1 27 0,28 0-16,-1 0 15,0 0 1,1 0 0,-1 0-1,0 0-15,-27 0 16,28 0-1,27 27-15,-28-27 16,-27 28-16,27-28 31,1 28-31,27-1 0,-28-27 16,0 28 15,1-28-15,27 27-16,0 1 15,0 0 48,0-1-47,0 1-1,0-1 63,27-27-62,1 0 15,0 0-15,-1 0-1,1 0 1,-1 0 0,1 0-1,0 0 1,-1 0 0,1 0-1,-28-27 1,27 27-16,-27-28 15,28 1-15,0 27 47,-1 0-31,-27-28 0,28 0-1,-28 1-15,28 27 16,-1 0-1,-27-28 1,0 1 0,-27 27 77,-1 0-77,0 0 0,1 0-16,-1 0 31,0 0-15,28 27 15,-27-27-31,-1 0 31,28 28-15,0-1-16,-27-27 0,27 28 15,0 0 17,0-1-17,-28 28 95,0-27-95</inkml:trace>
  <inkml:trace contextRef="#ctx0" brushRef="#br0" timeOffset="-202584.88">14005 2816 0,'0'56'156,"-27"-1"-140,-1-28-16,-27 84 15,0-1-15,-1-55 16,-54 111-16,55-83 16,-1-55-1,29 27-15,-28 28 0,-1-1 16,1 29-16,27-84 16,1 29-16,-1-29 15,1 1-15,27 27 0,-83 28 16,55-28-16,-27 0 15,-28 28-15,55-28 16,28-27-16,-27 27 0,-29 0 16,29 1-16,-28-29 15,55 1-15,-28-1 16,0 1-16,28 0 16,-27-28-1,27 27-15,-28-27 16,28 28-16,0 0 15,-27-28-15,27 27 16,-28 1 31,28-56 125,0-27-172,-28 55 15,-27-28-15,27-27 16,1 0-16,-1 27 31,1-27-31,-1 55 0,28-28 32,-28 1-32,28-1 0,-27 28 15,27-27 1,-28-1-1,0 28 32,1 28 31,27-1-78,0 1 16,0-1-16,0 1 16,0 0-16,0 27 15,0 28 1,27-56 0,-27 1-16,56 0 0,-1-1 15,-27 28 1,27-27-1,0 0 1,-27-28-16,-1 0 16,1 27-16,0-27 15,-1 0-15,1 28 16,-1-28-16,1 0 16,0 0-16,-1 0 15,1 0 16,-1 0-31,1 0 47,0 0-31</inkml:trace>
  <inkml:trace contextRef="#ctx0" brushRef="#br0" timeOffset="-200340.31">14834 1767 0,'28'55'141,"-28"-27"-126,27 0 1,1 27-16,0-28 15,-28 56 1,0-28-16,27 1 0,-27-29 16,28 1-16,-28 0 15,28-1-15,-28 1 16,0-1 15,27 1-31,-27 0 0,28-28 16,-1 55-16,-27-28 15,28-27-15,-28 28 0,28 0 16,-1 27 0,1-55-16,0 27 15,27 1 1,0-28 15,-27 28-31,54-1 16,-26-27-16,-1 0 15,-27 28 1,-1-28 0,1 0-16,55 0 15,-28 0 1,0-28-16,0-27 16,1 27-16,-56 1 0,55 27 15,0-55-15,-55 27 16,55 0-16,-27 28 15,0-27 1,-1-1 0,1 28-1,-28-27 1,28-56-16,-28 28 16,27-28-16,-27 55 15,28 0-15,-28 1 16,0-28-16,27 27 15,-27 0 1,0 1 31,0-1-31,0 1-16,0-29 31,-55 29-31,28 27 15,27-28 1,0 1-16,-28-1 16,0 28-1,28-28 1,0 1-16,-27-1 31,27 1 0,-28 27-15</inkml:trace>
  <inkml:trace contextRef="#ctx0" brushRef="#br0" timeOffset="-198237.67">16547 2761 0,'193'0'140,"28"-55"-140,55 27 16,-165 28-16,-1 0 0,167-27 15,54 27-15,28 0 16,-110 0-16,27 0 16,-221 0-16,56 27 0,137 28 15,-27-55-15,0 83 16,-27 0-16,110 83 16,-277-139-16,56-27 0,111 83 15,-1-28-15,-83 83 16,111-82-1,-83 27-15,-55-56 16,-27 28-16,82 1 0,-55 26 16,82 29-16,-54-28 15,-28-1-15,-28-54 16,-27-28-16,27 55 0,28 1 16,-28-1-16,-27-28 15,54 29-15,-54-29 16,27 28-16,28 28 15,28-28-15,-56 1 16,0-1-16,-27-28 16,-1 29-16,29-1 0,-1 28 15,-27-83 1,-1 55-16,1 0 16,-1-55-1,-27 28-15,28-1 16,0-27-1,-1 0-15,-27 28 32,-27-28-1,-1 0-31,0 0 16,-54-28-16,54-27 15,0 55 1,1-27-16,-29-1 0,1-27 15,28 55-15,-29-55 16,1 27-16,27 28 16,1-28-1,-1 28-15,1 0 16,-1 0 0,28-27-16,-28 27 15,1 0 1,-1 0 15,56 0 32,-1 0-63,1 27 15,0-27-15,-1 56 16,1-29-16,-1-27 15,1 0-15,-28 28 16,28-28-16,-28 27 16,27-27-16,1 0 15,-28 28 1,28-28 0,-1 0-1,1 0-15,-1-83 16,1 28-16,0 27 15,-28 1-15,27-1 0,29-27 16,-56 27-16,0 1 16,0-1-16,0 0 15,27 28-15,1-27 16,-28-1 0,27 28-16,-27-27 15</inkml:trace>
  <inkml:trace contextRef="#ctx0" brushRef="#br0" timeOffset="-196668.99">26022 5439 0,'55'0'250,"-27"0"-235,82 0-15,28 0 16,-110 0 0,-1 0-16,84 0 0,-28 0 15,55-27-15,-83 27 16,0 0-16,-27 0 16,0 0-16,-1-28 0,1 28 15,27 0-15,-27 0 16,-1 0-16,1 0 15,0 0 1,-1 0 15,1 0 1</inkml:trace>
  <inkml:trace contextRef="#ctx0" brushRef="#br0" timeOffset="-191718.42">24226 6985 0,'0'28'704,"0"-1"-704,28-27 15,-28 28-15,27-28 16,-27 28-1,28-1-15,-28 1 32,0-1-32,28-27 15,-28 28 1,27-28 31,-27 28-16,0-1 32,28-27 62,0 0 93,-28 28-77,0 0-125,0-1 15,27-27-16,-27 28 1,28-28-16,-28 27 16,27-27 31,-27 28-47,0 0 46,0-1-30,0 1 62,28-1-62,-28 1 15,28-28-15,-28 28 15</inkml:trace>
  <inkml:trace contextRef="#ctx0" brushRef="#br0" timeOffset="-189814.48">28204 7372 0,'0'27'250,"28"29"-250,-1-29 15,1 1-15,0-1 16,-1 1 0,1 27-1,-1-27-15,1-28 16,-28 55 0,28-27-16,-1-28 15,-27 27-15,28 28 16,0-27 15,-1 0-31,-27-1 16,28-27 15,-28 28-31,27 0 16,-27-1 15,0 1-31,28-28 15,-28 27 17,28-27-17</inkml:trace>
  <inkml:trace contextRef="#ctx0" brushRef="#br0" timeOffset="-188042.29">28232 7869 0,'55'-28'234,"-55"0"-218,28 28-1,-1-27-15,-27-1 16,28 28-16,-1-55 16,1 27-16,27 1 15,-27-28-15,0 55 16,27-28-16,-28-27 16,-27 27-16,28 28 15,0 0-15,-1 0 16,1-27-16,-28-1 0,55 28 15,-55-28 1,28 28-16,55 0 0,-28-27 0,-28-1 16,29 1-1,-29-1-15,1 28 16,0 0 0,-1 0-16,-27-28 15,28 28-15,-1-27 16,1-1-1,0 28 1,-1 0-16,1 0 31,0 0-15,-28-28 0,27 28-1,1 0 16</inkml:trace>
  <inkml:trace contextRef="#ctx0" brushRef="#br0" timeOffset="-186120.22">29944 10298 0,'111'-27'406,"-28"-1"-406,27 0 16,-82 1-1,-1-1-15,56 1 0,-27-1 0,-29 28 16,28 0-16,-27-28 16,0 28-16,-1-27 15,1 27-15,0-28 32,-1 28-17,1 0 32</inkml:trace>
  <inkml:trace contextRef="#ctx0" brushRef="#br0" timeOffset="-179823.09">23397 7399 0,'28'0'344,"0"-27"-313,-1-1-15,-27 1-16,56-1 31,-1 0-15,-55-27-16,27 55 15,1 0-15,0 0 0,-1-28 16,1 1 0,-28-1-1,28 28 1,-1 0-16,1 0 31,-28-27 0,0-1 1,27 28-17,-27-28 63</inkml:trace>
  <inkml:trace contextRef="#ctx0" brushRef="#br0" timeOffset="-178566.02">22237 8807 0,'0'28'125,"0"0"-110,0-1-15,0 1 16,0-1-16,0 1 15,28 0 1,-28-1-16,28 1 31,-28-1-31,55 1 16,-28 27 0,-27-27-16,28-28 15,-28 28-15,28-1 16,-28 1-16,0-1 15,27-27-15,-27 28 16,28-28-16,-28 28 16,0-1-1,28-27-15,-1 0 32,-27 28-17,0-1 16,28-27-15,-28 28 31</inkml:trace>
  <inkml:trace contextRef="#ctx0" brushRef="#br0" timeOffset="-176274.52">22320 9194 0,'28'0'281,"-28"-28"-265,27 28-1,1-27 1,-28-1-16,55 28 0,1-28 16,-56 1-16,27-28 0,1 55 0,-1 0 31,-27-28-15,0 0-16,28 28 15,0 0-15,-28-27 31,27-1-15,1 1 0,0 27-1,-28-28 1,27 28 0,1 0-16,-28-28 15,27 28 1,1 0 15,-56 0 32,1 0-48,-1 0 1,28 28-16,-27 0 0,27-1 15,-28 1-15,0-28 16,1 0 0,27 27-16,0 1 0,-28 0 15,0-28-15,1 0 32,27 27-32,-28 1 15,28-1 1,-27-27-1,-1 0-15,28 28 0,0 0 16,-28-28-16,28 27 31,0 1-31,-27-28 16,-1 0 0,28 28 30,-28-28-30,28 27 0,0 1-1,-27-28-15,27 27 63,-28-27-63,28 28 15,0 0 17,0-1 15,-27-27-47,27 28 31,0-1-16,-28-27 1,28 28-16,0 0 47,0-1-31,-28-27 15,28 28 0,0-1 0,0 1-15,0-56 125,0 1-141,0-1 15,-27 28 16</inkml:trace>
  <inkml:trace contextRef="#ctx0" brushRef="#br0" timeOffset="-174389.78">27900 15572 0,'0'27'297,"28"1"-281,-28-1-16,27 1 15,-27 0-15,56 27 16,-1 0-16,-27-55 16,-28 28-16,0 27 0,55-28 15,-55 1-15,55 27 32,-27 28-32,-28-55 0,27 27 31,1-55-31,-28 28 15,28-1-15,-28 1 16,0-1 15,27 1-31,-27 0 47,28-28 0</inkml:trace>
  <inkml:trace contextRef="#ctx0" brushRef="#br0" timeOffset="-173017.47">28066 16179 0,'28'0'235,"-1"0"-220,-27-28 1,55 1 0,1-1-16,-56 0 15,27 28-15,29-27 0,26-28 16,-26-1-1,-1 1-15,-27 55 16,-1 0-16,1-27 16,-1-1-16,1 0 15,0 28-15,-1-27 32,1 27-17,-1-28-15,-27 1 31,28 27 16,0 0-15,-28-28-32</inkml:trace>
  <inkml:trace contextRef="#ctx0" brushRef="#br0" timeOffset="-171867.92">30221 13390 0,'27'0'218,"1"0"-202,27-27-16,-27-1 16,27 1-1,28-29 1,-28 1-16,0 55 16,-27-27-16,-28-1 15,55 0-15,0 28 0,-55-27 0,28-1 16,-28 1-16,28 27 15,-1 0 1,-27-28 0,28 28 15,-28-28 78</inkml:trace>
  <inkml:trace contextRef="#ctx0" brushRef="#br0" timeOffset="-170295.49">23757 15075 0,'27'0'282,"-27"-28"-282,55 0 15,-27 28 1,-28-27-16,55-1 0,1 1 16,-56-1-16,27 28 15,1-28-15,-1 28 16,1-27-16,-28-1 15,28 28-15,-1 0 32,1 0-1,0-28-31,54 28 141,-54 0-141,27 0 15</inkml:trace>
  <inkml:trace contextRef="#ctx0" brushRef="#br0" timeOffset="-168844.76">22320 12452 0,'0'27'234,"0"29"-218,0-29-16,0 28 16,0-27-1,0 27 1,0-27 0,0-1-16,0 29 0,0-1 15,0-28 1,0 1-16,0 0 15,0 27 1,0-27 15,0-1 1,0 1-32,0-1 15,28-27 32,-28 28-31,27-28-16</inkml:trace>
  <inkml:trace contextRef="#ctx0" brushRef="#br0" timeOffset="-167241.86">21906 12866 0,'27'0'328,"1"0"-313,0 0 17,-1 0-32,1 0 15,55 0-15,-28 0 16,-27 0-16,27 0 16,0 0-16,0 0 15,-27 0-15,0 0 16,-1 0-16,-27-28 15,28 28-15,0 0 16,-1 0 0,1 0-1,-1 0 17,1 0 61</inkml:trace>
  <inkml:trace contextRef="#ctx0" brushRef="#br0" timeOffset="-163884.56">25304 17256 0,'27'0'312,"1"0"-312,-1 0 32,1 0-32,27 0 31,1 0-31,-29 0 16,28 0-16,-27 0 15,0 0-15,-1 0 16,1 0-1,0 0 1,-1 0 0,1 0 15,-1 0-31,1 0 31,0 0-15,-1 0 15,56-28-15,-55 28-16,-1 0 15,1 0-15,0 0 16,-1-28 0,1 28-16,-1 0 15,1 0 1,0 0-1,-1 0 1,1 0 15,0 0-15,-1 0 0,1 0-1,27 0 16,-27 0-15,-1 0 15,1 0 1,-28-27-1,28 27 0,-1 0 0,1 0-15,-1 0 0,1 0-1,-28-28-15,55 28 16,-27 0 15,0 0 16,-1 0 0</inkml:trace>
  <inkml:trace contextRef="#ctx0" brushRef="#br0" timeOffset="-162394.99">26270 17007 0,'0'28'328,"0"-1"-328,0 1 15,0 0-15,0-1 16,0 1 0,0-1-16,0 1 0,0 27 15,0 28-15,0-55 16,0-1-16,0 29 16,0-29-16,0 1 15,0-1 1,0 1-1,0 0 1,0-1 0,0 1-1,28-28-15,-28 27 16,0 1 0,0 0-1,0-1 1,0 1-1,28-28 17,-28 27-17,0 1 17,27-28-1</inkml:trace>
  <inkml:trace contextRef="#ctx0" brushRef="#br0" timeOffset="-157137.1">26464 15461 0,'27'0'375,"-27"-28"-359,0 1-16,0-1 47,0 1-47,0-1 31,28 28-31,-28-28 31,28 1-15,-1-1 15,-27 1-31,28 27 31,-28-28 0,0 0 1,0 1-17,-28 27 282,1 0-234,-1 0-48,0 0 32,28 27-47,0 1 16,-27-28-1,-1 0 1,28 28 0,0-1-1,-28-27 1,1 0 0,27 28-16,0-1 15,-28-27 1,28 28-1</inkml:trace>
  <inkml:trace contextRef="#ctx0" brushRef="#br0" timeOffset="-153624.33">21878 14798 0,'0'28'203,"0"0"-187,0-1-16,0 1 15,-27 27-15,27-27 0,-28-28 16,28 55-16,0-27 15,0-1-15,-28 1 16,28-1-16,0 1 16,0 0-1,0-1 1,0 1-16,-27-28 16,27 27-16,0 1 15,0 0 1,-28-28 15,28 27-15,0-54 77,0-111-93,0 55 16,0 0-16,0 55 16,0-27-16,0 28 15,0-1 1,0 0-16,0 1 16,0-1-1,0-27 16,0 27-15,0-27 0,28 27-16,-1 1 31,-27-1-15,0 1-1,28 27-15,0 0 16,-28-28-1,0-27-15,55 27 16,0 28-16,-27-27 16,-28-1-16,27 0 15,29 28 1,-29 0 0,1 0-1,-1 0 1,1 0-1,0 0 1,-28 56-16,0-29 31,27 56-31,-27-28 0,0-27 0,0-1 16,0 29-16,0-29 16,0 1-1,0-1 1,-27-27-16,27 28 0,-28 0 15,0-1 1,-27 29-16,-28-29 16,56 1-16,27-1 0,-56-27 15,29 28-15,-1-28 16,1 28 0,-1-28-16,0 27 15,1-27 16,-1 0-31,0 0 32,56 0 30,0 0-46,-1 0-16,1 0 15,0 28-15,-1-1 16,1-27-16,-1 28 16,1 0-16,0-1 0,-1-27 15,1 0 1,27 28-16,0-28 31,-55 27-31,28 1 31,0-28-15,-1 0 15,1 0-15,0 0 62</inkml:trace>
  <inkml:trace contextRef="#ctx0" brushRef="#br0" timeOffset="-152934.25">22403 15130 0</inkml:trace>
  <inkml:trace contextRef="#ctx0" brushRef="#br0" timeOffset="-150470.9">22596 14798 0,'0'56'219,"0"-1"-219,28-55 16,-28 55-16,0-27 15,28-28-15,-28 27 0,0 29 16,27-29 0,-27 1-16,28-1 15,-28 1-15,0 0 16,0 27 0,28-28-16,-28 1 15,0 0 1,0-1-1,0 1 1,0-1-16,0 1 31,0-56 32,0-27-63,0-55 15,0 55 1,0-1-16,0 1 0,0 28 16,0-1-16,0 0 15,0 1-15,0-1 16,0 1 0,0-1-1,0 0 1,0 1 31,0-1-47,0 0 31,0 1 0,27-1 63,1 28-78,-1 0 30,1 0-30,0 0 15,-28 28 94,0-1-109,0 1-16,0 0 16,-28-28-1,28 27-15,-28 1 16,28 0-1,-27-28-15,27 27 16,-28 1 0,1-28-1,27 27-15,-28 1 16,0-28 0,28 28 30,28-28 48,0 0-94,-1 0 16,1 0-1,-1 0 1,1 0 0,0-28-16,-1 28 15,1 0-15,0 0 16,-1 0 0,1 0-1,-1 28 32,-27-1-47,0 1 16,0-1-1,0 1 1,0 0 0,0-1-1,0 1 1,0-1-1,0 1 1,0 0 0,0-1-16,0 1 0,-27-28 31,27 27-31,-55 1 16,55 0-16,-56-28 31,56 27-16,0 1 1,-27-28-16,-1 0 16,0 0-1</inkml:trace>
  <inkml:trace contextRef="#ctx0" brushRef="#br0" timeOffset="-146930.79">29254 14660 0,'0'28'172,"0"0"-156,27-1-16,1 28 0,-28-27 31,0 0-31,28-28 0,-28 55 0,0-27 16,27-1-1,-27 1-15,0 27 16,28-27-16,-28 27 16,0-28-1,0 1 1,0 0-16,0-1 31,27-27 47</inkml:trace>
  <inkml:trace contextRef="#ctx0" brushRef="#br0" timeOffset="-145853.18">29226 14909 0,'55'0'188,"1"-55"-188,-29 27 15,-27-27 1,0 0-16,28 55 16,-1 0-16,-27-28 15,0 0-15,28 28 16,0-55-16,-28 28 16,27 27-16,29-28 15,-56 0-15,27 28 0,1-27 16,-1-1-16,1 28 15,-28-27-15,28 27 16,-28-28-16,27 28 16,1-28-1,0 28 17,-28-27-32,27 27 0,1 0 15</inkml:trace>
  <inkml:trace contextRef="#ctx0" brushRef="#br0" timeOffset="-144721.65">29364 15157 0,'28'0'141,"-1"0"-125,1 0-16,27 0 15,1-27-15,-29-1 16,1 28-16,-1 0 16,1 0-16,0-27 0,-1-1 15,1 28 1,-28-28-16,28 28 15,-1 0-15,1-27 32,-1 27-17,1 0 1,0-28 0,-1 1-1,1 27 1,0-56-16,54 56 0,-54-27 15,0 27-15,-1-28 16,1 28-16,0-28 16,-1 28-16</inkml:trace>
  <inkml:trace contextRef="#ctx0" brushRef="#br0" timeOffset="-142591.9">30580 14467 0,'0'28'187,"0"27"-171,0-27-16,27-1 0,-27 1 16,0-1-16,0 29 15,28-29-15,-28 1 16,28-1-16,-28 1 16,27 0-1,-27-1-15,0 1 0,0 0 31,0-1-31,0 1 16,0-1 0,0-82 62,-27 0-47,-1 0-31,0 27 0,28-27 0,-27-28 16,-1 28-1,28-28-15,0 0 16,0 56-16,-28-1 0,28-27 16,-27 0-16,27-28 15,0 27-15,0 29 16,0-28-1,0 27 1,0 0 0,0 1-1,27 27 48,29 0-48,-29 0-15,-27-28 16,28 28-16,0 0 0,27 0 16,-28 0-16,1 0 15,0 0 1,-1 0-16,1 0 31,-28 83-31,0-55 16,-28 27-16,28 0 15,-83 28-15,28-28 16,0 0 0,27-55-16,28 56 0,-27-29 15,-1 1-15,0 27 16,28-27 0,0-1-16,-27 1 15,-1-1 1,1-27-1,27 28-15,27-28 94,1 0-94,-1 0 16,56 0-16,-55 0 15,27 0 1,28-28-16,-55 28 16,-1 0-16,1 0 0,0-27 31,-1 27-31,1 0 16,-1 0-16,1 0 15,0 0-15,-1 0 16,1 0-16,0 27 31,-28 1-15,0 0-1,0-1 1,0 1-16,0 27 16,0-27-1,-28-1-15,-27 29 0,55-29 16,-56 1-1,56-1 1,-27-27 0,27 28-16,-28-28 0,28 28 31,-27-28-15,-1 27-16,0-27 62,28 28-62,-27-28 31,27 27-15</inkml:trace>
  <inkml:trace contextRef="#ctx0" brushRef="#br0" timeOffset="-135155.42">30000 8255 0,'0'28'187,"0"-1"-171,0 1-16,0 0 16,0-1-16,27 1 0,-27-1 15,0 1-15,0 27 16,28-27-1,-28 0-15,0-1 16,0 1 0,0-1-16,0 1 15,0 0 1,0-1-16,0 1 16,0-1-1,0 1 16,27-28 32,-27-28-47,0-54-16,0-1 15,0 28-15,0-28 0,0-28 16,0 84-1,28 27-15,-28-83 0,0 28 16,0-1 0,0-26-1,0 54 1,0-55-16,0 56 16,28-56-16,-28 27 15,0 29-15,0-28 0,27-28 16,-27 28-1,28-1 1,0 56 0,-28-27-16,0-1 15,27 28 1,1 0 15,-1 0-15,1 0-1,0 0 1,-1 0 0,-27 28-1,28-28-15,0 83 16,-28-56-16,27-27 16,-27 28-16,0-1 0,0 29 15,0-29 1,0 28-1,0-27 1,0 27-16,-27-27 16,-29 0-1,56-1 1,-27 1-16,27-1 0,-28-27 0,0 28 16,1 0-1,-1-1-15,1-27 16,-1 0-1,28 28 1,-28-28-16,28 27 16,0 1 15,28 0 47,-28-1-78,55-27 16,-55 28-16,28-28 15,-28 27-15,27 1 16,1 0 0,0-1-16,-1-27 31,1 28 0,-28-1 0,28-27 1,-1 0 14</inkml:trace>
  <inkml:trace contextRef="#ctx0" brushRef="#br0" timeOffset="-134590.89">30552 8283 0</inkml:trace>
  <inkml:trace contextRef="#ctx0" brushRef="#br0" timeOffset="-132156.4">30939 7979 0,'0'28'141,"27"-28"-125,-27 55-16,28 0 15,-28-27-15,28-1 16,-1 1-16,1 55 15,0-28-15,-28 0 16,0 0 0,0-27-1,0 0-15,0-1 16,0 1 0,0 0-1,0-1 48,0-54-16,0-1-32,-28-27-15,28 27 16,0-27-16,0 0 15,-28-1-15,1 29 16,27-28 0,0 27-1,0 0 1,0 1 15,0-1-15,0 1-1,0-1 64,0 0-48,27 28-16,1 0 1,0 0 0,-1 0-1,1-27-15,-28-1 16,55 28-16,-27-27 16,-1 27-1,1 0 1,0 0-1,-28-28 1,27 28 0,1 0-16,-1 0 31,1 0-15,0 0-1,-28 28 32,0-1-47,0 1 31,0-1-31,0 1 16,0 0 15,0-1-31,-28 1 16,0-1-16,28 1 31,-27-28-15,-1 0-1,28 28-15,0-1 16,-27-27 31,54 0 78,1 0-110,-1 0-15,29 0 16,-29 0 0,1 0-16,-1 0 15,1 0-15,0 0 16,-1 28 0,1-28-1,-28 27 1,28-27-1,-28 28-15,0 0 63,0-1-63,0 1 16,-28 55-16,0-56 15,-27 1-15,55 0 0,-55 27 16,27-55-16,1 55 15,-1 0 1,0-55-16,1 0 0,27 28 16,0-1-16,-28 1 15,1-28 1,27 28-16,-28-28 16,0 0-1,1 27-15,-1-27 16,0 0-1,1 0 1,27 28 0,-28-28-16,1 0 0,-1 0 62</inkml:trace>
  <inkml:trace contextRef="#ctx0" brushRef="#br0" timeOffset="-123981.28">22237 11375 0,'0'-28'360,"28"28"-360,0 0 47</inkml:trace>
  <inkml:trace contextRef="#ctx0" brushRef="#br0" timeOffset="-119092.77">24862 9857 0,'0'27'297,"0"1"-282,0-1-15,0 1 16,0 0-1,0-1-15,0 1 16,0-1 0,0 1-1,0 0-15,27-1 16,-27 1 0,0-1-1,0 1 1,0 0 31,28-28-47,-28 27 31</inkml:trace>
  <inkml:trace contextRef="#ctx0" brushRef="#br0" timeOffset="-117457.56">24834 9939 0,'28'0'250,"-28"-27"-234,27-1-1,28 28 1,-55-27-16,28-1 15,0 28-15,-1 0 0,1-28 16,0 28 0,-1-27-16,-27-1 0,55 28 15,-27-28-15,-28 1 16,28 27-16,-1-28 31,1 28-31,-28-27 16,28 27-16,-28-28 15,27 28-15,1 0 47,-1 0-15,-54 0 61</inkml:trace>
  <inkml:trace contextRef="#ctx0" brushRef="#br0" timeOffset="-114868.88">25083 10133 0,'27'0'328,"1"0"-313,-1 0 1,-27-28 0,28 28-1,0 0 17,-1 0-17,1-28 63,0 28-62,-28-27 0,27-1-1,1 28-15,-1 0 31,1-27-15,0 27 31</inkml:trace>
  <inkml:trace contextRef="#ctx0" brushRef="#br0" timeOffset="-113141">25386 9912 0,'28'0'344,"-28"27"-328,28-27-1,-1 0 79,1 0-78,0 0 31,-1 0-16,1 0 31,-28-27-46,27 27 140,56 0-156,-27 27 16,-56 1-1,55-28-15</inkml:trace>
  <inkml:trace contextRef="#ctx0" brushRef="#br0" timeOffset="-110401.36">25911 9442 0,'0'28'297,"0"0"-282,0-1-15,0 1 47,0-1-47,0 1 31,0 0-15,0-1 15,0 1 47,28-28 47,-28-28-109,28 1 0,-28-29-16,0 1 15,0 0-15,0 27 32,0 1-17,0-1-15,0 1 16,0-1-16,0 0 15,0 1 1,0-1 47,0 1-17,27 27-46,-27-28 16,0 0 15,28 1-31,-28-1 16,27 28 0,-27-28 15,0 1 0,28 27-15,0 0-1,-1 0-15,1 0 32,-1 0-32,1 0 31,0 0-16,-28 27 1,0 1 0,27-28-16,-27 55 0,0-27 15,0 0-15,0 27 16,0-28-16,-27-27 16,27 56-16,-28-56 15,0 55 1,28-28-16,-27 1 47,-1-28-32,28 28-15,0-1 16,28-27 140,-1 0-125,1 0-15,0-27 0,-1-1-1,1 28-15,0 0 16,-1 0-16,1 0 16,-1 0-16,1 0 15,0 0 1,-1 0-1,1 0 1,0 0 0,-28 28-1,27-1 1,1 1 15,-28-1-31,0 1 31,0 0-15,0-1 15,0 1-31,0-1 0,-28 1 16,28 0-16,-27-28 16,-1 27-1,0-27 1,28 28-16,-27 0 15,-1-28-15,0 0 16,28 27-16,0 1 0,-27-28 16,-1 0-1,1 0 1,-1 0 0,0 0-16,28 27 15,-27-27 1,-1 28-16,0-28 31,1 0-31,-1 0 16,1 0-1,-1 0-15,0-28 32,1 28-17,-1 0 1,28-27-1</inkml:trace>
  <inkml:trace contextRef="#ctx0" brushRef="#br0" timeOffset="-105882.77">26298 7178 0,'-28'0'516,"1"0"-501,27 28 1,0 0 0,-28-28-1,28 27 17,0 1-1,0 0 0,28-28 47,-28-28-47,0 0-15,27 28-16,-27-27 47,0-1-31,-27 28 77,-1 0-61,0 0-1,1 0 16,27 28 15,0-1 1,27-27-16,1 0-32,0 0 16,-1 0-15,-27-27 0,28 27-16,-28-28 15,28 28-15,-28-28 32,0 1-17,0-1-15,0 1 31,0-1 1,-28 28-1,0 0-15,1 0-1,-1 0 16,28 28 63,0-1-63,0 1 1,28-1-17,27-27-15,-27 0 47,-1 0-31,1 0-1,-1 0 1,29 0 0,-29 0-1,1 0 48,0 0-48,-28-27 1,27 27-16,-27-28 16,0 1 46,-27 27-31,-1 0-31,0 0 32,1 0-32,-1 0 15,0 0 1,1 0 0,-1 0-1,28 27-15,-27 1 16,27-1-1,0 1 48,0 0-32,27-28 63,-27-28-78,28 28-1,-1 0 1,1 0-1,-28-28 1,28 28 0,-28-27-16,0-1 15,0 1 17,-28 27 30,0 0-46,1 0 46,27 55 48,0-28-110,27-27 31,1 0-31</inkml:trace>
  <inkml:trace contextRef="#ctx0" brushRef="#br0" timeOffset="-99104.33">26381 5908 0,'-55'0'375,"27"0"-359,-27 0-16,27 0 15,-55-27-15,0 27 16,56 0-16,-1 0 16,1 0-16,-1 0 0,-27 0 15,27 0-15,-82-28 16,27 28-16,55 0 16,-27 0-16,-28-27 15,55 27-15,-55 0 16,56 0-1,-1 0-15,-27 0 0,0 0 16,-28 0 0,0 0-16,55 0 15,1 0-15,-1 0 0,0 0 16,-27 0-16,-28 0 16,56 0-1,-1 0-15,0 0 0,1 0 16,-28 0-16,-1-28 15,1 0-15,0 28 16,0 0-16,-28-27 16,27 27-16,1 0 15,0-28-15,-56 28 32,111-27-32,-55 27 0,-28-28 0,-55 28 15,83 0-15,-56 0 16,1 0-16,82 0 15,1 0-15,-29 0 0,-26 0 16,-1 0-16,28 0 16,-28 0-1,27 0-15,1 0 0,-28 0 32,0 0-17,1 0-15,-1 0 0,27-28 16,29 28-16,-56 0 15,28 0-15,27 0 16,-27 0-16,27 0 16,1 0-16,-29 0 15,29 0-15,-84 0 16,28 0-16,28 0 16,0 0-16,27 0 0,1 0 15,-56 0-15,0 0 16,55 0-16,-55 0 15,56 0 1,-56 0-16,55 0 0,-55 0 16,28 28-1,0-28-15,27 0 16,1 0-16,-29 0 0,1 28 16,27-28-16,1 0 15,-1 0-15,1 0 16,-1 0-16,-55 0 15,0 27-15,0 1 16,56-28-16,-1 0 16,1 0-16,-29 0 0,1 0 15,27 0-15,1 0 16,-28 0-16,-1 0 16,29 27-1,-29-27 1,1 28-16,28 0 15,-1-28-15,-27 27 16,-1-27 0,1 0-1,28 0-15,-1 0 16,-27 28 0,-1-28-1,29 0-15,27 27 16,-28-27-16,1 0 0,-1 0 31,0 0-15,1 0-1,27 28-15,0 0 32,0-1-32,-28 1 0,0 27 15,1 28-15,27-28 16,-28 0-16,28-27 15,0 0-15,0 27 0,0 28 32,0-56-32,0 1 15,0-1-15,0 56 16,0 0-16,0-28 16,0 28-16,0-28 15,0-27-15,0 27 16,28-27-16,-28-1 15,0 1-15,0 0 16,27-1-16,-27 28 16,0 28-1,0-27-15,0 26 16,0-54-16,0 0 16,0 27-16,0-28 15,0 29 1,0-1-1,0 28 1,28-83-16,-28 55 16,0-28-16,0 29 15,28-1-15,-28 28 16,27-83 0,-27 55-16,0-27 15,0 54-15,0-54 16,0 82-16,0-54 15,28-1-15,-28 0 16,0 0-16,0-27 16,0 55-16,0-56 0,0 56 15,0-55 1,0-1-16,0 29 16,0 26-1,0-54-15,0 27 16,0 0-16,0 28 15,0 0 1,0-55-16,0-1 16,0 1-16,0 0 15,0 27-15,0 0 16,0-27 0,0-1-1,0 1-15,0 27 16,0-27-1,0-1 1,0 1-16,0-1 0,0 1 16,0 0-1,0-1 17,0 1-17,0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2" name="Google Shape;1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8" name="Google Shape;1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7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184" name="Google Shape;1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8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10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11" name="Google Shape;2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2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11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11" name="Google Shape;2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2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1769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19" name="Google Shape;2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13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2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14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34" name="Google Shape;2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3" name="Google Shape;2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16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49" name="Google Shape;2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2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17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8" name="Google Shape;2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2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67" name="Google Shape;26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73" name="Google Shape;2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20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FDF3A572-5DA8-50E0-F658-AE8FF144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>
            <a:extLst>
              <a:ext uri="{FF2B5EF4-FFF2-40B4-BE49-F238E27FC236}">
                <a16:creationId xmlns:a16="http://schemas.microsoft.com/office/drawing/2014/main" id="{0F52418C-A33C-6C2C-A5CF-59ACAE9E13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21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9:notes">
            <a:extLst>
              <a:ext uri="{FF2B5EF4-FFF2-40B4-BE49-F238E27FC236}">
                <a16:creationId xmlns:a16="http://schemas.microsoft.com/office/drawing/2014/main" id="{A1453E60-4D11-B781-1D5C-5CBD7A13D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9:notes">
            <a:extLst>
              <a:ext uri="{FF2B5EF4-FFF2-40B4-BE49-F238E27FC236}">
                <a16:creationId xmlns:a16="http://schemas.microsoft.com/office/drawing/2014/main" id="{D82CC9C1-3774-B248-E0F5-A17DB1E96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534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F91693C1-1F64-D6E6-A413-54EC266C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>
            <a:extLst>
              <a:ext uri="{FF2B5EF4-FFF2-40B4-BE49-F238E27FC236}">
                <a16:creationId xmlns:a16="http://schemas.microsoft.com/office/drawing/2014/main" id="{2413EA19-7AA0-CCFC-6629-A56B24A599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22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9:notes">
            <a:extLst>
              <a:ext uri="{FF2B5EF4-FFF2-40B4-BE49-F238E27FC236}">
                <a16:creationId xmlns:a16="http://schemas.microsoft.com/office/drawing/2014/main" id="{310DBD2C-C52A-2E84-5C44-F599D43B2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9:notes">
            <a:extLst>
              <a:ext uri="{FF2B5EF4-FFF2-40B4-BE49-F238E27FC236}">
                <a16:creationId xmlns:a16="http://schemas.microsoft.com/office/drawing/2014/main" id="{D16FE43A-0263-12F4-E946-0AFE4E197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2384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8FC2E252-9CA4-2F28-9B8A-5C8610E6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>
            <a:extLst>
              <a:ext uri="{FF2B5EF4-FFF2-40B4-BE49-F238E27FC236}">
                <a16:creationId xmlns:a16="http://schemas.microsoft.com/office/drawing/2014/main" id="{B52BA27A-6CF3-9762-0829-8AC86D8F0F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23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9:notes">
            <a:extLst>
              <a:ext uri="{FF2B5EF4-FFF2-40B4-BE49-F238E27FC236}">
                <a16:creationId xmlns:a16="http://schemas.microsoft.com/office/drawing/2014/main" id="{8CBBB888-AFC7-6D85-8F72-BF057A652D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9:notes">
            <a:extLst>
              <a:ext uri="{FF2B5EF4-FFF2-40B4-BE49-F238E27FC236}">
                <a16:creationId xmlns:a16="http://schemas.microsoft.com/office/drawing/2014/main" id="{287E6067-9429-3EA9-5319-F8D7C9F63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4953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205EDF9D-D123-074A-B85E-C912433C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>
            <a:extLst>
              <a:ext uri="{FF2B5EF4-FFF2-40B4-BE49-F238E27FC236}">
                <a16:creationId xmlns:a16="http://schemas.microsoft.com/office/drawing/2014/main" id="{019FCBF5-4F61-DCD1-BB11-4E930E889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24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9:notes">
            <a:extLst>
              <a:ext uri="{FF2B5EF4-FFF2-40B4-BE49-F238E27FC236}">
                <a16:creationId xmlns:a16="http://schemas.microsoft.com/office/drawing/2014/main" id="{F7CE02BB-D10D-1DF0-7BEE-C180148F6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9:notes">
            <a:extLst>
              <a:ext uri="{FF2B5EF4-FFF2-40B4-BE49-F238E27FC236}">
                <a16:creationId xmlns:a16="http://schemas.microsoft.com/office/drawing/2014/main" id="{19B3C28B-05A8-6C63-EC36-BCFAB0D9C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63875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2029744B-ABD6-EB92-CE09-A37F9F96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>
            <a:extLst>
              <a:ext uri="{FF2B5EF4-FFF2-40B4-BE49-F238E27FC236}">
                <a16:creationId xmlns:a16="http://schemas.microsoft.com/office/drawing/2014/main" id="{3B52C451-E2DD-552A-14E6-DDFDD8E1DA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25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9:notes">
            <a:extLst>
              <a:ext uri="{FF2B5EF4-FFF2-40B4-BE49-F238E27FC236}">
                <a16:creationId xmlns:a16="http://schemas.microsoft.com/office/drawing/2014/main" id="{B77A4B31-E1D9-0F93-E80C-0C7F0A501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9:notes">
            <a:extLst>
              <a:ext uri="{FF2B5EF4-FFF2-40B4-BE49-F238E27FC236}">
                <a16:creationId xmlns:a16="http://schemas.microsoft.com/office/drawing/2014/main" id="{CAF4BA40-A51B-E165-6758-7B61FDB5E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1521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BFB7D0B9-260B-8F9F-BA7B-2F2E11A01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>
            <a:extLst>
              <a:ext uri="{FF2B5EF4-FFF2-40B4-BE49-F238E27FC236}">
                <a16:creationId xmlns:a16="http://schemas.microsoft.com/office/drawing/2014/main" id="{73D39B4B-5F87-D364-944B-0C50636B69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26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9" name="Google Shape;279;p29:notes">
            <a:extLst>
              <a:ext uri="{FF2B5EF4-FFF2-40B4-BE49-F238E27FC236}">
                <a16:creationId xmlns:a16="http://schemas.microsoft.com/office/drawing/2014/main" id="{385E8187-18B4-4F4C-8C08-5FECA4785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9:notes">
            <a:extLst>
              <a:ext uri="{FF2B5EF4-FFF2-40B4-BE49-F238E27FC236}">
                <a16:creationId xmlns:a16="http://schemas.microsoft.com/office/drawing/2014/main" id="{8C53FA26-4C51-5609-E2DE-ACBD51F1A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7336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27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87" name="Google Shape;2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3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28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96" name="Google Shape;2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3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29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304" name="Google Shape;3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3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n-US" sz="1200">
                <a:solidFill>
                  <a:schemeClr val="dk1"/>
                </a:solidFill>
              </a:rPr>
              <a:pPr algn="r"/>
              <a:t>30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313" name="Google Shape;31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3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30" name="Google Shape;33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40" name="Google Shape;34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D1EC21E5-921D-3811-F24B-4FE971C8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>
            <a:extLst>
              <a:ext uri="{FF2B5EF4-FFF2-40B4-BE49-F238E27FC236}">
                <a16:creationId xmlns:a16="http://schemas.microsoft.com/office/drawing/2014/main" id="{0BBCE961-580D-1B36-97E5-C6B95F214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40" name="Google Shape;340;p36:notes">
            <a:extLst>
              <a:ext uri="{FF2B5EF4-FFF2-40B4-BE49-F238E27FC236}">
                <a16:creationId xmlns:a16="http://schemas.microsoft.com/office/drawing/2014/main" id="{3EB465B4-FCF4-DD66-26D9-3DC0435A2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0480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72685F54-3955-29C6-E75B-44BD9DB7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>
            <a:extLst>
              <a:ext uri="{FF2B5EF4-FFF2-40B4-BE49-F238E27FC236}">
                <a16:creationId xmlns:a16="http://schemas.microsoft.com/office/drawing/2014/main" id="{8EFE4B22-CF59-35FE-6017-419057315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40" name="Google Shape;340;p36:notes">
            <a:extLst>
              <a:ext uri="{FF2B5EF4-FFF2-40B4-BE49-F238E27FC236}">
                <a16:creationId xmlns:a16="http://schemas.microsoft.com/office/drawing/2014/main" id="{420A412A-4C4D-4B26-3A5E-D5CB14A0D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14991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AB517098-F6D3-4393-8C24-5E757163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>
            <a:extLst>
              <a:ext uri="{FF2B5EF4-FFF2-40B4-BE49-F238E27FC236}">
                <a16:creationId xmlns:a16="http://schemas.microsoft.com/office/drawing/2014/main" id="{27F44E83-E60C-35E2-499A-586934786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40" name="Google Shape;340;p36:notes">
            <a:extLst>
              <a:ext uri="{FF2B5EF4-FFF2-40B4-BE49-F238E27FC236}">
                <a16:creationId xmlns:a16="http://schemas.microsoft.com/office/drawing/2014/main" id="{06B97B44-CFA9-A07C-1A0F-4F5A44969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669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48" name="Google Shape;34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56" name="Google Shape;35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077B7C81-58F7-79D8-DD22-75B26D76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>
            <a:extLst>
              <a:ext uri="{FF2B5EF4-FFF2-40B4-BE49-F238E27FC236}">
                <a16:creationId xmlns:a16="http://schemas.microsoft.com/office/drawing/2014/main" id="{7F380F54-0B9B-C0C8-7278-E9CFFFB25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40" name="Google Shape;340;p36:notes">
            <a:extLst>
              <a:ext uri="{FF2B5EF4-FFF2-40B4-BE49-F238E27FC236}">
                <a16:creationId xmlns:a16="http://schemas.microsoft.com/office/drawing/2014/main" id="{41DF0148-B9B8-32DE-7BCA-C6725737E3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40671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82" name="Google Shape;38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87" name="Google Shape;38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8.xml"/><Relationship Id="rId5" Type="http://schemas.openxmlformats.org/officeDocument/2006/relationships/customXml" Target="../ink/ink7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customXml" Target="../ink/ink9.xml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1.xml"/><Relationship Id="rId5" Type="http://schemas.openxmlformats.org/officeDocument/2006/relationships/customXml" Target="../ink/ink10.xml"/><Relationship Id="rId4" Type="http://schemas.openxmlformats.org/officeDocument/2006/relationships/image" Target="../media/image16.png"/><Relationship Id="rId9" Type="http://schemas.openxmlformats.org/officeDocument/2006/relationships/image" Target="../media/image1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12.xml"/><Relationship Id="rId10" Type="http://schemas.openxmlformats.org/officeDocument/2006/relationships/customXml" Target="../ink/ink14.xml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customXml" Target="../ink/ink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21.xml"/><Relationship Id="rId10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customXml" Target="../ink/ink2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customXml" Target="../ink/ink2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0.png"/><Relationship Id="rId4" Type="http://schemas.openxmlformats.org/officeDocument/2006/relationships/customXml" Target="../ink/ink2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49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0.png"/><Relationship Id="rId4" Type="http://schemas.openxmlformats.org/officeDocument/2006/relationships/customXml" Target="../ink/ink2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276350" y="2171699"/>
            <a:ext cx="9406518" cy="480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br>
              <a:rPr lang="en-US" dirty="0"/>
            </a:b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Unit3: Semiconductor, Diode, PN junctions, Diode equation and models.</a:t>
            </a:r>
            <a:b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Unit4: BJT and MOSFET-construction and biasing, small signal model- BJT/MOSFET as a switch. Amplifiers-Transconductance Model, Magnitude and Phase response. MOSFET as invertor and switch. Operational amplifier and its applications.</a:t>
            </a:r>
            <a:b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5: Communication Systems: Various frequency bands used for communication, Block diagram of Digital communication, need of modulation, Digital modulation techniques (ASK, FSK, PSK).</a:t>
            </a:r>
            <a:b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dirty="0"/>
            </a:b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643062" y="542924"/>
            <a:ext cx="9115425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								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 b="1" dirty="0"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EE 1118</a:t>
            </a:r>
            <a:r>
              <a:rPr lang="en-US" sz="4400" dirty="0"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3600" b="1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Fundamentals of Electrical and Electronics Engineering </a:t>
            </a:r>
            <a:endParaRPr sz="3600" dirty="0">
              <a:latin typeface="Georgia" panose="02040502050405020303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276350" y="5386685"/>
            <a:ext cx="92773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book 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Microelectric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Circuits-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Sedra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Smith-5 Ed., 2009, Oxford University press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Electronics components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 dirty="0">
                <a:latin typeface="Georgia" panose="02040502050405020303" pitchFamily="18" charset="0"/>
              </a:rPr>
              <a:t>Classification of  electronic components</a:t>
            </a:r>
            <a:endParaRPr sz="3600" dirty="0">
              <a:latin typeface="Georgia" panose="02040502050405020303" pitchFamily="18" charset="0"/>
            </a:endParaRPr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564995" y="1802762"/>
            <a:ext cx="560720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3200" b="1" dirty="0">
                <a:solidFill>
                  <a:srgbClr val="0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Active components: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endParaRPr lang="en-US" sz="3200" b="1" dirty="0">
              <a:solidFill>
                <a:srgbClr val="000000"/>
              </a:solidFill>
              <a:latin typeface="Georgia" panose="02040502050405020303" pitchFamily="18" charset="0"/>
              <a:cs typeface="Times New Roman"/>
              <a:sym typeface="Times New Roman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  <a:cs typeface="Times New Roman"/>
                <a:sym typeface="Times New Roman"/>
              </a:rPr>
              <a:t>Deliver Power Gain. Amplify voltage/current.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endParaRPr lang="en-US" sz="2400" dirty="0">
              <a:solidFill>
                <a:srgbClr val="000000"/>
              </a:solidFill>
              <a:latin typeface="Georgia" panose="02040502050405020303" pitchFamily="18" charset="0"/>
              <a:cs typeface="Times New Roman"/>
              <a:sym typeface="Times New Roman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  <a:cs typeface="Times New Roman"/>
                <a:sym typeface="Times New Roman"/>
              </a:rPr>
              <a:t>Batteries, BJT, MOSFET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400" dirty="0">
                <a:solidFill>
                  <a:srgbClr val="000000"/>
                </a:solidFill>
                <a:latin typeface="Georgia" panose="02040502050405020303" pitchFamily="18" charset="0"/>
                <a:cs typeface="Times New Roman"/>
                <a:sym typeface="Times New Roman"/>
              </a:rPr>
              <a:t>Some types of diodes(solar cells, tunnel diode)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endParaRPr lang="en-US" sz="2400" dirty="0">
              <a:solidFill>
                <a:srgbClr val="000000"/>
              </a:solidFill>
              <a:latin typeface="Georgia" panose="02040502050405020303" pitchFamily="18" charset="0"/>
              <a:cs typeface="Times New Roman"/>
              <a:sym typeface="Times New Roman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endParaRPr lang="en-US" sz="2400" dirty="0">
              <a:solidFill>
                <a:srgbClr val="000000"/>
              </a:solidFill>
              <a:latin typeface="Georgia" panose="02040502050405020303" pitchFamily="18" charset="0"/>
              <a:cs typeface="Times New Roman"/>
              <a:sym typeface="Times New Roman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endParaRPr sz="2400" dirty="0">
              <a:latin typeface="Georgia" panose="02040502050405020303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32648C-F82B-B7B1-A964-5909029FA0E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543127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3200" b="1" dirty="0">
                <a:latin typeface="Georgia" panose="02040502050405020303" pitchFamily="18" charset="0"/>
              </a:rPr>
              <a:t>Passive components:</a:t>
            </a:r>
          </a:p>
          <a:p>
            <a:pPr marL="11430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11430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Absorb/dissipate/store power</a:t>
            </a:r>
          </a:p>
          <a:p>
            <a:pPr marL="11430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11430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Practical examples: Incandescent Light bulbs.</a:t>
            </a:r>
          </a:p>
          <a:p>
            <a:pPr marL="11430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Loud speakers</a:t>
            </a:r>
          </a:p>
          <a:p>
            <a:pPr marL="11430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Antennas  used in GPS devices, satellites</a:t>
            </a:r>
          </a:p>
          <a:p>
            <a:pPr marL="11430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11430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Resistors, capacitors, inductors</a:t>
            </a:r>
          </a:p>
          <a:p>
            <a:pPr marL="114300" indent="0">
              <a:buNone/>
            </a:pPr>
            <a:endParaRPr lang="en-US" sz="2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57002" y="942930"/>
            <a:ext cx="11307554" cy="547390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/>
          <p:nvPr/>
        </p:nvSpPr>
        <p:spPr>
          <a:xfrm>
            <a:off x="534134" y="173489"/>
            <a:ext cx="1155329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Classification of Materials based on Energy Band   </a:t>
            </a:r>
            <a:r>
              <a:rPr lang="en-US" sz="4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07D4-AD00-75F2-2E59-28D836A0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Some More Semiconductors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E81A4-5693-B432-03A9-5CCFDD1FF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823010" cy="4181165"/>
          </a:xfrm>
        </p:spPr>
        <p:txBody>
          <a:bodyPr>
            <a:normAutofit/>
          </a:bodyPr>
          <a:lstStyle/>
          <a:p>
            <a:r>
              <a:rPr lang="en-US" dirty="0"/>
              <a:t>Ga As (1.42 eV)</a:t>
            </a:r>
          </a:p>
          <a:p>
            <a:r>
              <a:rPr lang="en-US" dirty="0"/>
              <a:t>Ga N</a:t>
            </a:r>
          </a:p>
          <a:p>
            <a:r>
              <a:rPr lang="en-US" dirty="0"/>
              <a:t>Al As</a:t>
            </a:r>
          </a:p>
          <a:p>
            <a:r>
              <a:rPr lang="en-US" dirty="0"/>
              <a:t>Ga P 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 err="1"/>
              <a:t>Gp</a:t>
            </a:r>
            <a:r>
              <a:rPr lang="en-US" dirty="0"/>
              <a:t> III: Al, Ga, In, Boron</a:t>
            </a:r>
          </a:p>
          <a:p>
            <a:pPr marL="114300" indent="0">
              <a:buNone/>
            </a:pPr>
            <a:r>
              <a:rPr lang="en-US" dirty="0" err="1"/>
              <a:t>Gp</a:t>
            </a:r>
            <a:r>
              <a:rPr lang="en-US" dirty="0"/>
              <a:t> V: P, As, Sb, Bi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920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latin typeface="Georgia" panose="02040502050405020303" pitchFamily="18" charset="0"/>
              </a:rPr>
              <a:t>Intrinsic Semiconductors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A3FFD2-F0EA-6865-D004-625B2B052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Georgia" panose="02040502050405020303" pitchFamily="18" charset="0"/>
              </a:rPr>
              <a:t>Perfect crystal, No impurities or lattice defect</a:t>
            </a:r>
          </a:p>
          <a:p>
            <a:endParaRPr lang="en-US" sz="3200" dirty="0">
              <a:latin typeface="Georgia" panose="02040502050405020303" pitchFamily="18" charset="0"/>
            </a:endParaRPr>
          </a:p>
          <a:p>
            <a:r>
              <a:rPr lang="en-US" sz="3200" dirty="0">
                <a:latin typeface="Georgia" panose="02040502050405020303" pitchFamily="18" charset="0"/>
              </a:rPr>
              <a:t>At absolute zero (0 K) –no carriers for charge transport</a:t>
            </a:r>
          </a:p>
          <a:p>
            <a:endParaRPr lang="en-US" sz="3200" dirty="0">
              <a:latin typeface="Georgia" panose="02040502050405020303" pitchFamily="18" charset="0"/>
            </a:endParaRPr>
          </a:p>
          <a:p>
            <a:r>
              <a:rPr lang="en-US" sz="3200" dirty="0">
                <a:latin typeface="Georgia" panose="02040502050405020303" pitchFamily="18" charset="0"/>
              </a:rPr>
              <a:t>For temperature &gt; 0 K , thermally excited carriers (EHP generation)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Intrinsic Silicon</a:t>
            </a:r>
            <a:r>
              <a:rPr lang="en-US"/>
              <a:t> </a:t>
            </a:r>
            <a:endParaRPr/>
          </a:p>
        </p:txBody>
      </p:sp>
      <p:pic>
        <p:nvPicPr>
          <p:cNvPr id="188" name="Google Shape;188;p28" descr="Electrons flowing from atom to atom in the element sil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4200" y="1371601"/>
            <a:ext cx="5867400" cy="330041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/>
        </p:nvSpPr>
        <p:spPr>
          <a:xfrm>
            <a:off x="1524000" y="4876801"/>
            <a:ext cx="91440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any temperature above absolute zero temperature, there is a finite probability that an electron in the lattice will be knocked loose from its position.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Intrinsic Silicon</a:t>
            </a:r>
            <a:r>
              <a:rPr lang="en-US"/>
              <a:t> </a:t>
            </a:r>
            <a:endParaRPr/>
          </a:p>
        </p:txBody>
      </p:sp>
      <p:pic>
        <p:nvPicPr>
          <p:cNvPr id="196" name="Google Shape;19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800" y="1336675"/>
            <a:ext cx="4572000" cy="37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/>
        </p:nvSpPr>
        <p:spPr>
          <a:xfrm>
            <a:off x="1524000" y="5257800"/>
            <a:ext cx="9144000" cy="13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electron in the lattice knocked loose from its position leaves behind an electron deficiency called a "hole".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708986-46EC-48F8-60E9-79DC0CCD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mass action</a:t>
            </a:r>
          </a:p>
        </p:txBody>
      </p:sp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696277F-8DCF-55A5-CE6F-800888794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64" y="1681639"/>
            <a:ext cx="10515600" cy="26699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391632" y="-714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Doping</a:t>
            </a:r>
            <a:endParaRPr/>
          </a:p>
        </p:txBody>
      </p:sp>
      <p:pic>
        <p:nvPicPr>
          <p:cNvPr id="215" name="Google Shape;215;p32" descr="impurit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9500" y="696433"/>
            <a:ext cx="4953000" cy="353853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/>
        </p:nvSpPr>
        <p:spPr>
          <a:xfrm>
            <a:off x="391632" y="4465674"/>
            <a:ext cx="1148316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Doping (Process of adding an impurity to increase the conductivity of Semiconductor material ) can produce 2 types of semi-conductors depending upon the element added.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391632" y="-714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Doping</a:t>
            </a:r>
            <a:endParaRPr/>
          </a:p>
        </p:txBody>
      </p:sp>
      <p:sp>
        <p:nvSpPr>
          <p:cNvPr id="216" name="Google Shape;216;p32"/>
          <p:cNvSpPr txBox="1"/>
          <p:nvPr/>
        </p:nvSpPr>
        <p:spPr>
          <a:xfrm>
            <a:off x="391632" y="1142370"/>
            <a:ext cx="11483163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Doping (Process of adding an impurity to increase the conductivity of Semiconductor material ) can produce 2 types of semi-conductors depending upon the element added.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lang="en-US" sz="2800" b="1" i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lvl="0" algn="just">
              <a:buClr>
                <a:schemeClr val="dk1"/>
              </a:buClr>
              <a:buSzPts val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 Two methods for introducing impurities into Si to control the majority-carrier type and resistivity of layers:</a:t>
            </a:r>
          </a:p>
          <a:p>
            <a:pPr lvl="0" algn="just">
              <a:buClr>
                <a:schemeClr val="dk1"/>
              </a:buClr>
              <a:buSzPts val="28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chemeClr val="dk1"/>
              </a:buClr>
              <a:buSzPts val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 Diffusion: dopant atoms move from the surface into Si by thermal means via substitutional or interstitial diffusion mechanisms.</a:t>
            </a:r>
          </a:p>
          <a:p>
            <a:pPr lvl="0" algn="just">
              <a:buClr>
                <a:schemeClr val="dk1"/>
              </a:buClr>
              <a:buSzPts val="28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chemeClr val="dk1"/>
              </a:buClr>
              <a:buSzPts val="28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 Ion implantation: dopant atoms are forcefully added into Si in the form of energetic ion beam injection.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1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"/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"/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Extrinsic Semiconductors</a:t>
            </a:r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i="1"/>
              <a:t>A semiconductor material that has been subjected to the doping process is called an extrinsic material.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two extrinsic materials : </a:t>
            </a:r>
            <a:r>
              <a:rPr lang="en-US" i="1"/>
              <a:t>n</a:t>
            </a:r>
            <a:r>
              <a:rPr lang="en-US"/>
              <a:t>-type and </a:t>
            </a:r>
            <a:r>
              <a:rPr lang="en-US" i="1"/>
              <a:t>p</a:t>
            </a:r>
            <a:r>
              <a:rPr lang="en-US"/>
              <a:t>-type.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N-Type</a:t>
            </a:r>
            <a:endParaRPr/>
          </a:p>
        </p:txBody>
      </p:sp>
      <p:pic>
        <p:nvPicPr>
          <p:cNvPr id="229" name="Google Shape;22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0" y="1066801"/>
            <a:ext cx="3886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4"/>
          <p:cNvSpPr txBox="1"/>
          <p:nvPr/>
        </p:nvSpPr>
        <p:spPr>
          <a:xfrm>
            <a:off x="1524000" y="4419600"/>
            <a:ext cx="9144000" cy="13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Phosphorus and arsenic each have five outer electrons, so they're out of place when they get into the silicon lattice.</a:t>
            </a:r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1524000" y="591185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fifth electron has nothing to bond to, so it's free to move around.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N-Type</a:t>
            </a:r>
            <a:endParaRPr/>
          </a:p>
        </p:txBody>
      </p:sp>
      <p:pic>
        <p:nvPicPr>
          <p:cNvPr id="238" name="Google Shape;23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0" y="1447801"/>
            <a:ext cx="3505200" cy="24050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5"/>
          <p:cNvSpPr txBox="1"/>
          <p:nvPr/>
        </p:nvSpPr>
        <p:spPr>
          <a:xfrm>
            <a:off x="1524000" y="3962401"/>
            <a:ext cx="91440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takes only a very small quantity of the impurity to create enough free electrons to allow an electric current to flow through the silicon. N-type silicon is a good conductor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1524000" y="591185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Electrons have a negative charge, hence the name N-type.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"/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N-Type Material</a:t>
            </a:r>
            <a:endParaRPr/>
          </a:p>
        </p:txBody>
      </p:sp>
      <p:sp>
        <p:nvSpPr>
          <p:cNvPr id="246" name="Google Shape;246;p36"/>
          <p:cNvSpPr txBox="1"/>
          <p:nvPr/>
        </p:nvSpPr>
        <p:spPr>
          <a:xfrm>
            <a:off x="148856" y="1690688"/>
            <a:ext cx="11855302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-type is created by introducing those impurity elements that have 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valence electrons (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pentavalent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such as 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antimony, arsenic,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phosphorus.</a:t>
            </a:r>
            <a:endParaRPr/>
          </a:p>
          <a:p>
            <a:pPr marL="342900" marR="0" lvl="0" indent="-1651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Diffused impurities with five valence electrons are called donor atoms.</a:t>
            </a:r>
            <a:endParaRPr/>
          </a:p>
          <a:p>
            <a:pPr marL="342900" marR="0" lvl="0" indent="-1651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n-type material the electron is called the majority carrier and the hole the minority carrier.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P-Type Doping</a:t>
            </a:r>
            <a:endParaRPr/>
          </a:p>
        </p:txBody>
      </p:sp>
      <p:pic>
        <p:nvPicPr>
          <p:cNvPr id="253" name="Google Shape;25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8201" y="1447800"/>
            <a:ext cx="2817813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7"/>
          <p:cNvSpPr txBox="1"/>
          <p:nvPr/>
        </p:nvSpPr>
        <p:spPr>
          <a:xfrm>
            <a:off x="1524000" y="449580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Boron and gallium each have only three outer electrons.</a:t>
            </a:r>
            <a:endParaRPr/>
          </a:p>
        </p:txBody>
      </p:sp>
      <p:sp>
        <p:nvSpPr>
          <p:cNvPr id="255" name="Google Shape;255;p37"/>
          <p:cNvSpPr txBox="1"/>
          <p:nvPr/>
        </p:nvSpPr>
        <p:spPr>
          <a:xfrm>
            <a:off x="1524000" y="5484814"/>
            <a:ext cx="9144000" cy="137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mixed into the silicon lattice, they form "holes" in the lattice where a silicon electron has nothing to bond to.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P-Type Doping</a:t>
            </a:r>
            <a:endParaRPr/>
          </a:p>
        </p:txBody>
      </p:sp>
      <p:pic>
        <p:nvPicPr>
          <p:cNvPr id="262" name="Google Shape;26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1371600"/>
            <a:ext cx="3733800" cy="25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8"/>
          <p:cNvSpPr txBox="1"/>
          <p:nvPr/>
        </p:nvSpPr>
        <p:spPr>
          <a:xfrm>
            <a:off x="1524000" y="411480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absence of an electron creates the effect of a positive charge, hence the name P-type.</a:t>
            </a:r>
            <a:endParaRPr/>
          </a:p>
        </p:txBody>
      </p:sp>
      <p:sp>
        <p:nvSpPr>
          <p:cNvPr id="264" name="Google Shape;264;p38"/>
          <p:cNvSpPr txBox="1"/>
          <p:nvPr/>
        </p:nvSpPr>
        <p:spPr>
          <a:xfrm>
            <a:off x="1524000" y="5257800"/>
            <a:ext cx="9144000" cy="13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Holes can conduct current. A hole happily accepts an electron from a neighbor, moving the hole over a space. P-type silicon is a good conductor.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"/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 type material</a:t>
            </a:r>
            <a:endParaRPr/>
          </a:p>
        </p:txBody>
      </p:sp>
      <p:sp>
        <p:nvSpPr>
          <p:cNvPr id="270" name="Google Shape;270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73002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The </a:t>
            </a:r>
            <a:r>
              <a:rPr lang="en-US" b="1" i="1"/>
              <a:t>p</a:t>
            </a:r>
            <a:r>
              <a:rPr lang="en-US" b="1"/>
              <a:t>-type material is formed by doping a pure germanium or silicon crystal with impurity atoms having </a:t>
            </a:r>
            <a:r>
              <a:rPr lang="en-US" b="1" i="1"/>
              <a:t>three </a:t>
            </a:r>
            <a:r>
              <a:rPr lang="en-US" b="1"/>
              <a:t>valence electrons, such as </a:t>
            </a:r>
            <a:r>
              <a:rPr lang="en-US" b="1" i="1"/>
              <a:t>boron, gallium, </a:t>
            </a:r>
            <a:r>
              <a:rPr lang="en-US" b="1"/>
              <a:t>and </a:t>
            </a:r>
            <a:r>
              <a:rPr lang="en-US" b="1" i="1"/>
              <a:t>indium.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i="1"/>
              <a:t>The diffused impurities with three valence electrons are called acceptor atoms.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i="1"/>
              <a:t>In a p-type material the hole is the majority carrier and the electron is the minority carrier.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27490" y="1223299"/>
            <a:ext cx="10571374" cy="53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0"/>
          <p:cNvSpPr txBox="1"/>
          <p:nvPr/>
        </p:nvSpPr>
        <p:spPr>
          <a:xfrm>
            <a:off x="893136" y="287078"/>
            <a:ext cx="933538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Majority and Minorities carriers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P-N Junction</a:t>
            </a:r>
            <a:endParaRPr/>
          </a:p>
        </p:txBody>
      </p:sp>
      <p:pic>
        <p:nvPicPr>
          <p:cNvPr id="283" name="Google Shape;28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1447801"/>
            <a:ext cx="7696200" cy="29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1"/>
          <p:cNvSpPr txBox="1"/>
          <p:nvPr/>
        </p:nvSpPr>
        <p:spPr>
          <a:xfrm>
            <a:off x="1524000" y="4724400"/>
            <a:ext cx="9144000" cy="13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n-type region there are extra electrons and in the p-type region, there are holes from the acceptor impurities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8D6161DF-DB1A-26B4-96FE-FE8F5B5C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>
            <a:extLst>
              <a:ext uri="{FF2B5EF4-FFF2-40B4-BE49-F238E27FC236}">
                <a16:creationId xmlns:a16="http://schemas.microsoft.com/office/drawing/2014/main" id="{4036E013-91E3-8224-98D4-1BA53E5D33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742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P-N Junction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9AB75-EB95-269E-48B6-C46DCFDF9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8" y="1059994"/>
            <a:ext cx="10638503" cy="560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39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41D48332-E68F-0049-7F7E-8C46F691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>
            <a:extLst>
              <a:ext uri="{FF2B5EF4-FFF2-40B4-BE49-F238E27FC236}">
                <a16:creationId xmlns:a16="http://schemas.microsoft.com/office/drawing/2014/main" id="{2795E00E-76CE-4FC5-82CB-9E2ED36D21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742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P-N Junction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AEBCB-15D2-FC88-DABE-8632F338E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39" y="1046480"/>
            <a:ext cx="9755481" cy="57341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1CDAA7E-68E3-5939-51BE-1EA2A97CE1C2}"/>
                  </a:ext>
                </a:extLst>
              </p14:cNvPr>
              <p14:cNvContentPartPr/>
              <p14:nvPr/>
            </p14:nvContentPartPr>
            <p14:xfrm>
              <a:off x="7202400" y="5933320"/>
              <a:ext cx="63360" cy="72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1CDAA7E-68E3-5939-51BE-1EA2A97CE1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96280" y="5927200"/>
                <a:ext cx="7560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A86B4E-9CD8-C891-4904-CD129A65C6D4}"/>
                  </a:ext>
                </a:extLst>
              </p14:cNvPr>
              <p14:cNvContentPartPr/>
              <p14:nvPr/>
            </p14:nvContentPartPr>
            <p14:xfrm>
              <a:off x="7244520" y="5484760"/>
              <a:ext cx="3423960" cy="138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A86B4E-9CD8-C891-4904-CD129A65C6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38400" y="5478640"/>
                <a:ext cx="3436200" cy="139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613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42AA7C22-646C-1FEC-5801-F51BDC82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>
            <a:extLst>
              <a:ext uri="{FF2B5EF4-FFF2-40B4-BE49-F238E27FC236}">
                <a16:creationId xmlns:a16="http://schemas.microsoft.com/office/drawing/2014/main" id="{C5285108-9FBB-A496-E488-AAECE104A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742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P-N Junction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CB4BC4-99A3-C0F8-DD45-3BEFBCEECED4}"/>
                  </a:ext>
                </a:extLst>
              </p14:cNvPr>
              <p14:cNvContentPartPr/>
              <p14:nvPr/>
            </p14:nvContentPartPr>
            <p14:xfrm>
              <a:off x="3708240" y="38608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CB4BC4-99A3-C0F8-DD45-3BEFBCEECE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2120" y="385432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36B3D33-CC8B-15B5-7E1E-DE9B43FA7D6E}"/>
              </a:ext>
            </a:extLst>
          </p:cNvPr>
          <p:cNvGrpSpPr/>
          <p:nvPr/>
        </p:nvGrpSpPr>
        <p:grpSpPr>
          <a:xfrm>
            <a:off x="3118920" y="2946400"/>
            <a:ext cx="360" cy="360"/>
            <a:chOff x="3118920" y="294640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7E7BC9D-823D-BB59-E059-7401FB067B88}"/>
                    </a:ext>
                  </a:extLst>
                </p14:cNvPr>
                <p14:cNvContentPartPr/>
                <p14:nvPr/>
              </p14:nvContentPartPr>
              <p14:xfrm>
                <a:off x="3118920" y="294640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7E7BC9D-823D-BB59-E059-7401FB067B8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2800" y="29399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47B5C1-24B8-6BD7-230C-11951E8B2AA3}"/>
                    </a:ext>
                  </a:extLst>
                </p14:cNvPr>
                <p14:cNvContentPartPr/>
                <p14:nvPr/>
              </p14:nvContentPartPr>
              <p14:xfrm>
                <a:off x="3118920" y="294640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47B5C1-24B8-6BD7-230C-11951E8B2AA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2800" y="29399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47C199E-5D32-E3E8-1BBD-76AF32DB1E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90" y="355059"/>
            <a:ext cx="11204620" cy="614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93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19D6F545-BA62-74B8-4BCA-499ADB68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>
            <a:extLst>
              <a:ext uri="{FF2B5EF4-FFF2-40B4-BE49-F238E27FC236}">
                <a16:creationId xmlns:a16="http://schemas.microsoft.com/office/drawing/2014/main" id="{7D462B2D-B09C-3272-5092-1C8FADA37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742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P-N Junction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202422-9DDB-F883-C136-974645885C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2" t="3730" r="5563" b="9736"/>
          <a:stretch>
            <a:fillRect/>
          </a:stretch>
        </p:blipFill>
        <p:spPr>
          <a:xfrm>
            <a:off x="924232" y="934065"/>
            <a:ext cx="9960077" cy="576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21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D4FA7936-BB4B-33A9-B597-635EDB29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>
            <a:extLst>
              <a:ext uri="{FF2B5EF4-FFF2-40B4-BE49-F238E27FC236}">
                <a16:creationId xmlns:a16="http://schemas.microsoft.com/office/drawing/2014/main" id="{CDB76692-E0EC-B5E1-DAA3-C713443559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5077" y="10346"/>
            <a:ext cx="10515600" cy="85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P-N Junction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A4FD48-0053-4914-BBCC-C09C993C24E0}"/>
                  </a:ext>
                </a:extLst>
              </p14:cNvPr>
              <p14:cNvContentPartPr/>
              <p14:nvPr/>
            </p14:nvContentPartPr>
            <p14:xfrm>
              <a:off x="3708240" y="38608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A4FD48-0053-4914-BBCC-C09C993C24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2120" y="38546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DE69FE7-4556-EE61-B82C-37D3E0CA3C53}"/>
              </a:ext>
            </a:extLst>
          </p:cNvPr>
          <p:cNvGrpSpPr/>
          <p:nvPr/>
        </p:nvGrpSpPr>
        <p:grpSpPr>
          <a:xfrm>
            <a:off x="3118920" y="2946400"/>
            <a:ext cx="360" cy="360"/>
            <a:chOff x="3118920" y="294640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92B9717-672F-2BF9-A252-18EC4A10F559}"/>
                    </a:ext>
                  </a:extLst>
                </p14:cNvPr>
                <p14:cNvContentPartPr/>
                <p14:nvPr/>
              </p14:nvContentPartPr>
              <p14:xfrm>
                <a:off x="3118920" y="294640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92B9717-672F-2BF9-A252-18EC4A10F55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2800" y="2940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C54EFB-E295-AC91-9442-4AE60D1A4A57}"/>
                    </a:ext>
                  </a:extLst>
                </p14:cNvPr>
                <p14:cNvContentPartPr/>
                <p14:nvPr/>
              </p14:nvContentPartPr>
              <p14:xfrm>
                <a:off x="3118920" y="294640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C54EFB-E295-AC91-9442-4AE60D1A4A5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2800" y="2940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0D96B77-FB4D-BB2F-5F9A-CBE9BF44B5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25" y="865238"/>
            <a:ext cx="12052255" cy="599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06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8CBAECA4-3194-5FC8-A5EF-F396BB80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>
            <a:extLst>
              <a:ext uri="{FF2B5EF4-FFF2-40B4-BE49-F238E27FC236}">
                <a16:creationId xmlns:a16="http://schemas.microsoft.com/office/drawing/2014/main" id="{20CB8541-4F4D-0BAD-FB4F-4E257D733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5077" y="10346"/>
            <a:ext cx="10515600" cy="85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P-N Junction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79E6825-BCA6-B331-4B6F-85EAA339ED70}"/>
                  </a:ext>
                </a:extLst>
              </p14:cNvPr>
              <p14:cNvContentPartPr/>
              <p14:nvPr/>
            </p14:nvContentPartPr>
            <p14:xfrm>
              <a:off x="3708240" y="38608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79E6825-BCA6-B331-4B6F-85EAA339ED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2120" y="38546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D9B130A-DE8F-7E3B-3E8F-7ECC685204C5}"/>
              </a:ext>
            </a:extLst>
          </p:cNvPr>
          <p:cNvGrpSpPr/>
          <p:nvPr/>
        </p:nvGrpSpPr>
        <p:grpSpPr>
          <a:xfrm>
            <a:off x="3118920" y="2946400"/>
            <a:ext cx="360" cy="360"/>
            <a:chOff x="3118920" y="294640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BE4CE16-3D72-CBE7-A540-77DD1DADB884}"/>
                    </a:ext>
                  </a:extLst>
                </p14:cNvPr>
                <p14:cNvContentPartPr/>
                <p14:nvPr/>
              </p14:nvContentPartPr>
              <p14:xfrm>
                <a:off x="3118920" y="294640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BE4CE16-3D72-CBE7-A540-77DD1DADB88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2800" y="2940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68D742-D1EC-D9B8-624C-100D5F28ED46}"/>
                    </a:ext>
                  </a:extLst>
                </p14:cNvPr>
                <p14:cNvContentPartPr/>
                <p14:nvPr/>
              </p14:nvContentPartPr>
              <p14:xfrm>
                <a:off x="3118920" y="294640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68D742-D1EC-D9B8-624C-100D5F28ED4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2800" y="2940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06312A7-B9CA-6AF0-73FA-250EE658C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67" y="726982"/>
            <a:ext cx="11140419" cy="1178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1BE12B-862C-FB7B-A853-8D0CF3544AB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30" t="-161" r="-730" b="74752"/>
          <a:stretch>
            <a:fillRect/>
          </a:stretch>
        </p:blipFill>
        <p:spPr>
          <a:xfrm>
            <a:off x="727498" y="1897392"/>
            <a:ext cx="9930756" cy="9601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181115-F059-C543-A225-A7BF4FF7EC9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4738" r="21318"/>
          <a:stretch>
            <a:fillRect/>
          </a:stretch>
        </p:blipFill>
        <p:spPr>
          <a:xfrm>
            <a:off x="1533746" y="2857532"/>
            <a:ext cx="5891721" cy="19066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782B27-3724-FE57-30E9-63CE35FD3BBF}"/>
              </a:ext>
            </a:extLst>
          </p:cNvPr>
          <p:cNvSpPr txBox="1"/>
          <p:nvPr/>
        </p:nvSpPr>
        <p:spPr>
          <a:xfrm>
            <a:off x="6408005" y="2702837"/>
            <a:ext cx="52052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For an </a:t>
            </a:r>
            <a:r>
              <a:rPr lang="en-IN" b="1" dirty="0" err="1">
                <a:solidFill>
                  <a:srgbClr val="FF0000"/>
                </a:solidFill>
              </a:rPr>
              <a:t>Ntype</a:t>
            </a:r>
            <a:r>
              <a:rPr lang="en-IN" b="1" dirty="0">
                <a:solidFill>
                  <a:srgbClr val="FF0000"/>
                </a:solidFill>
              </a:rPr>
              <a:t> semiconductor with Donor impurity Nd given.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Total number of electronics (n) = Donor concentration (Nd)</a:t>
            </a:r>
          </a:p>
        </p:txBody>
      </p:sp>
    </p:spTree>
    <p:extLst>
      <p:ext uri="{BB962C8B-B14F-4D97-AF65-F5344CB8AC3E}">
        <p14:creationId xmlns:p14="http://schemas.microsoft.com/office/powerpoint/2010/main" val="2109172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P-N Junction</a:t>
            </a:r>
            <a:endParaRPr/>
          </a:p>
        </p:txBody>
      </p:sp>
      <p:pic>
        <p:nvPicPr>
          <p:cNvPr id="291" name="Google Shape;29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400" y="3352801"/>
            <a:ext cx="24384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 txBox="1"/>
          <p:nvPr/>
        </p:nvSpPr>
        <p:spPr>
          <a:xfrm>
            <a:off x="1524000" y="1676400"/>
            <a:ext cx="9144000" cy="13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p-type region there are holes from the acceptor impurities and in the n-type region there are extra electrons.</a:t>
            </a:r>
            <a:endParaRPr/>
          </a:p>
        </p:txBody>
      </p:sp>
      <p:pic>
        <p:nvPicPr>
          <p:cNvPr id="293" name="Google Shape;29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00" y="5562600"/>
            <a:ext cx="82296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7FDF4D-A46E-DFBE-6C71-5CD68F5303E4}"/>
              </a:ext>
            </a:extLst>
          </p:cNvPr>
          <p:cNvSpPr txBox="1"/>
          <p:nvPr/>
        </p:nvSpPr>
        <p:spPr>
          <a:xfrm>
            <a:off x="5943600" y="5024937"/>
            <a:ext cx="1383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35CCC-3919-6AFE-46C9-D71D7BB186FD}"/>
              </a:ext>
            </a:extLst>
          </p:cNvPr>
          <p:cNvSpPr txBox="1"/>
          <p:nvPr/>
        </p:nvSpPr>
        <p:spPr>
          <a:xfrm>
            <a:off x="4559888" y="5009097"/>
            <a:ext cx="136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 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P-N Junction</a:t>
            </a:r>
            <a:endParaRPr/>
          </a:p>
        </p:txBody>
      </p:sp>
      <p:pic>
        <p:nvPicPr>
          <p:cNvPr id="300" name="Google Shape;30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4038600"/>
            <a:ext cx="2895600" cy="211613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3"/>
          <p:cNvSpPr txBox="1"/>
          <p:nvPr/>
        </p:nvSpPr>
        <p:spPr>
          <a:xfrm>
            <a:off x="1524000" y="2057401"/>
            <a:ext cx="91440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p-n junction is formed, some of the electrons from the n-region which have reached the conduction band are free to diffuse across the junction and combine with holes.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B79FE9-BED8-A1D9-4DCB-C1839D49DFEA}"/>
              </a:ext>
            </a:extLst>
          </p:cNvPr>
          <p:cNvSpPr txBox="1"/>
          <p:nvPr/>
        </p:nvSpPr>
        <p:spPr>
          <a:xfrm>
            <a:off x="4428326" y="5969655"/>
            <a:ext cx="136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DD167-8800-4EED-CC29-F36E7DC8D7DE}"/>
              </a:ext>
            </a:extLst>
          </p:cNvPr>
          <p:cNvSpPr txBox="1"/>
          <p:nvPr/>
        </p:nvSpPr>
        <p:spPr>
          <a:xfrm>
            <a:off x="5791200" y="5969655"/>
            <a:ext cx="1383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3282E-D947-02D6-0F5F-3BE52A4CF823}"/>
              </a:ext>
            </a:extLst>
          </p:cNvPr>
          <p:cNvSpPr txBox="1"/>
          <p:nvPr/>
        </p:nvSpPr>
        <p:spPr>
          <a:xfrm>
            <a:off x="6273522" y="4111082"/>
            <a:ext cx="700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sz="2000" b="1" baseline="-25000" dirty="0"/>
              <a:t>d</a:t>
            </a:r>
            <a:r>
              <a:rPr lang="en-US" sz="2000" b="1" dirty="0"/>
              <a:t> 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4599E-F0DC-FDEA-6617-93E30ABEC7D0}"/>
              </a:ext>
            </a:extLst>
          </p:cNvPr>
          <p:cNvSpPr txBox="1"/>
          <p:nvPr/>
        </p:nvSpPr>
        <p:spPr>
          <a:xfrm>
            <a:off x="5176025" y="4111083"/>
            <a:ext cx="965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</a:t>
            </a:r>
            <a:r>
              <a:rPr lang="en-US" sz="2000" b="1" baseline="-25000" dirty="0">
                <a:solidFill>
                  <a:schemeClr val="bg1"/>
                </a:solidFill>
              </a:rPr>
              <a:t>a</a:t>
            </a:r>
            <a:r>
              <a:rPr lang="en-US" sz="2000" b="1" dirty="0">
                <a:solidFill>
                  <a:schemeClr val="bg1"/>
                </a:solidFill>
              </a:rPr>
              <a:t> -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P-N Junction</a:t>
            </a:r>
            <a:endParaRPr/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0" y="2971800"/>
            <a:ext cx="28956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4"/>
          <p:cNvSpPr txBox="1"/>
          <p:nvPr/>
        </p:nvSpPr>
        <p:spPr>
          <a:xfrm>
            <a:off x="1524000" y="1600200"/>
            <a:ext cx="89154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Filling a hole makes a negative ion and leaves behind a positive ion on the n-side. </a:t>
            </a:r>
            <a:endParaRPr/>
          </a:p>
        </p:txBody>
      </p:sp>
      <p:sp>
        <p:nvSpPr>
          <p:cNvPr id="310" name="Google Shape;310;p44"/>
          <p:cNvSpPr txBox="1"/>
          <p:nvPr/>
        </p:nvSpPr>
        <p:spPr>
          <a:xfrm>
            <a:off x="1524000" y="563880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space charge builds up, creating a depletion region.</a:t>
            </a:r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66F35AF-4F25-F94A-CA30-A89D41E87615}"/>
              </a:ext>
            </a:extLst>
          </p:cNvPr>
          <p:cNvCxnSpPr>
            <a:cxnSpLocks/>
          </p:cNvCxnSpPr>
          <p:nvPr/>
        </p:nvCxnSpPr>
        <p:spPr>
          <a:xfrm flipH="1">
            <a:off x="4653776" y="2971800"/>
            <a:ext cx="1828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6AC46A-4060-B767-C7DA-79E27B49B23E}"/>
              </a:ext>
            </a:extLst>
          </p:cNvPr>
          <p:cNvSpPr txBox="1"/>
          <p:nvPr/>
        </p:nvSpPr>
        <p:spPr>
          <a:xfrm>
            <a:off x="5545723" y="257440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"/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P-N Junction</a:t>
            </a:r>
            <a:endParaRPr/>
          </a:p>
        </p:txBody>
      </p:sp>
      <p:sp>
        <p:nvSpPr>
          <p:cNvPr id="317" name="Google Shape;317;p45"/>
          <p:cNvSpPr txBox="1"/>
          <p:nvPr/>
        </p:nvSpPr>
        <p:spPr>
          <a:xfrm>
            <a:off x="1524000" y="525780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causes a depletion zone to form around the junction (the join) between the two materials. </a:t>
            </a:r>
            <a:endParaRPr/>
          </a:p>
        </p:txBody>
      </p:sp>
      <p:sp>
        <p:nvSpPr>
          <p:cNvPr id="319" name="Google Shape;319;p45"/>
          <p:cNvSpPr txBox="1"/>
          <p:nvPr/>
        </p:nvSpPr>
        <p:spPr>
          <a:xfrm>
            <a:off x="1524000" y="6338888"/>
            <a:ext cx="91440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zone controls the behavior of the diode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026" name="Picture 2" descr="&#10;   &#10;    Figure EC4 : Energy diagram of a PN junction at thermal equilibrium. &#10;   &#10;  ">
            <a:extLst>
              <a:ext uri="{FF2B5EF4-FFF2-40B4-BE49-F238E27FC236}">
                <a16:creationId xmlns:a16="http://schemas.microsoft.com/office/drawing/2014/main" id="{7CB03FF6-E0FE-2DE1-944F-8C6BE20E3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1776413"/>
            <a:ext cx="455295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"/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 txBox="1">
            <a:spLocks noGrp="1"/>
          </p:cNvSpPr>
          <p:nvPr>
            <p:ph type="title"/>
          </p:nvPr>
        </p:nvSpPr>
        <p:spPr>
          <a:xfrm>
            <a:off x="351171" y="52007"/>
            <a:ext cx="10515600" cy="88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P-N junction Diode</a:t>
            </a:r>
            <a:endParaRPr/>
          </a:p>
        </p:txBody>
      </p:sp>
      <p:pic>
        <p:nvPicPr>
          <p:cNvPr id="333" name="Google Shape;333;p4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75549" y="732257"/>
            <a:ext cx="6716166" cy="454421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7"/>
          <p:cNvSpPr txBox="1"/>
          <p:nvPr/>
        </p:nvSpPr>
        <p:spPr>
          <a:xfrm>
            <a:off x="8005012" y="2598820"/>
            <a:ext cx="3978442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absence of an applied bias voltage, the net flow of charge in any one direction for a semiconductor diode is zero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98848" y="496803"/>
            <a:ext cx="2390770" cy="194159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7"/>
          <p:cNvSpPr txBox="1"/>
          <p:nvPr/>
        </p:nvSpPr>
        <p:spPr>
          <a:xfrm>
            <a:off x="91440" y="5176520"/>
            <a:ext cx="1069848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causes a depletion zone to form around the junction (the join) between the two materials. </a:t>
            </a:r>
            <a:endParaRPr/>
          </a:p>
        </p:txBody>
      </p:sp>
      <p:sp>
        <p:nvSpPr>
          <p:cNvPr id="337" name="Google Shape;337;p47"/>
          <p:cNvSpPr txBox="1"/>
          <p:nvPr/>
        </p:nvSpPr>
        <p:spPr>
          <a:xfrm>
            <a:off x="91440" y="6257608"/>
            <a:ext cx="926592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zone controls the behavior of the diode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"/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Reverse biased p-n junction</a:t>
            </a:r>
            <a:endParaRPr/>
          </a:p>
        </p:txBody>
      </p:sp>
      <p:pic>
        <p:nvPicPr>
          <p:cNvPr id="343" name="Google Shape;343;p48" descr="diod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55078"/>
            <a:ext cx="5638800" cy="322738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8"/>
          <p:cNvSpPr txBox="1"/>
          <p:nvPr/>
        </p:nvSpPr>
        <p:spPr>
          <a:xfrm>
            <a:off x="0" y="4607878"/>
            <a:ext cx="8991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application of a reverse voltage to the p-n junction will cause a transient current to flow as both electrons and holes are pulled away from the junction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45" name="Google Shape;345;p48"/>
          <p:cNvSpPr txBox="1"/>
          <p:nvPr/>
        </p:nvSpPr>
        <p:spPr>
          <a:xfrm>
            <a:off x="7448974" y="1804810"/>
            <a:ext cx="4507831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semiconductor diode is Reverse-biased when the association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-type and negative and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-type and positive has been established.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CEE856D3-9472-7DC2-42F5-FDF2F4A0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>
            <a:extLst>
              <a:ext uri="{FF2B5EF4-FFF2-40B4-BE49-F238E27FC236}">
                <a16:creationId xmlns:a16="http://schemas.microsoft.com/office/drawing/2014/main" id="{9ACE32A8-90CA-1B7F-5775-FC366469EB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Reverse biased p-n junction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16C5E-0DD7-282A-FE6C-16E1318F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60" y="1313311"/>
            <a:ext cx="9875520" cy="517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04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B96AD781-97C3-6EE7-AB1A-4CA2BF50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>
            <a:extLst>
              <a:ext uri="{FF2B5EF4-FFF2-40B4-BE49-F238E27FC236}">
                <a16:creationId xmlns:a16="http://schemas.microsoft.com/office/drawing/2014/main" id="{E915FCC2-BB73-8E80-D402-C7F09EB37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Reverse biased p-n junction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B4B13-42F9-E7BD-732A-3F7B58DE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28700"/>
            <a:ext cx="10515600" cy="56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78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DE1E5604-3529-D603-608A-56A96A2B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>
            <a:extLst>
              <a:ext uri="{FF2B5EF4-FFF2-40B4-BE49-F238E27FC236}">
                <a16:creationId xmlns:a16="http://schemas.microsoft.com/office/drawing/2014/main" id="{A0E2494F-A2DE-1DDC-E716-AF190FAFB4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Reverse biased p-n junction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AA5B2-CF17-A8E6-1415-E4495966E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942975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>
            <a:spLocks noGrp="1"/>
          </p:cNvSpPr>
          <p:nvPr>
            <p:ph type="title"/>
          </p:nvPr>
        </p:nvSpPr>
        <p:spPr>
          <a:xfrm>
            <a:off x="279400" y="2190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Forward biased p-n junction</a:t>
            </a:r>
            <a:endParaRPr/>
          </a:p>
        </p:txBody>
      </p:sp>
      <p:sp>
        <p:nvSpPr>
          <p:cNvPr id="351" name="Google Shape;351;p49"/>
          <p:cNvSpPr txBox="1"/>
          <p:nvPr/>
        </p:nvSpPr>
        <p:spPr>
          <a:xfrm>
            <a:off x="7540414" y="2002066"/>
            <a:ext cx="4507831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semiconductor diode is forward-biased when the association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-type and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ositive and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-type and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egative has been established.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49" descr="diod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080" y="1076523"/>
            <a:ext cx="6773334" cy="387711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9"/>
          <p:cNvSpPr txBox="1"/>
          <p:nvPr/>
        </p:nvSpPr>
        <p:spPr>
          <a:xfrm>
            <a:off x="0" y="5181600"/>
            <a:ext cx="9144000" cy="13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biasing the p-n junction drives holes to the junction from the p-type material and electrons to the junction from the n-type material.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 txBox="1">
            <a:spLocks noGrp="1"/>
          </p:cNvSpPr>
          <p:nvPr>
            <p:ph type="title"/>
          </p:nvPr>
        </p:nvSpPr>
        <p:spPr>
          <a:xfrm>
            <a:off x="765206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Diode Forward Current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Google Shape;359;p5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458627"/>
                <a:ext cx="10515600" cy="4909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/>
              <a:p>
                <a:pPr marL="22860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en-US" i="1" dirty="0"/>
                  <a:t>                                                        OR</a:t>
                </a:r>
              </a:p>
              <a:p>
                <a:pPr marL="228600" lvl="0" indent="-508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US" i="1" dirty="0"/>
              </a:p>
              <a:p>
                <a:pPr marL="228600" lvl="0" indent="-228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Char char="•"/>
                </a:pPr>
                <a:r>
                  <a:rPr lang="en-US" b="1" i="1" dirty="0"/>
                  <a:t>Is</a:t>
                </a:r>
                <a:r>
                  <a:rPr lang="en-US" i="1" dirty="0"/>
                  <a:t> </a:t>
                </a:r>
                <a:r>
                  <a:rPr lang="en-US" dirty="0"/>
                  <a:t> </a:t>
                </a:r>
                <a:r>
                  <a:rPr lang="en-US" dirty="0" err="1"/>
                  <a:t>is</a:t>
                </a:r>
                <a:r>
                  <a:rPr lang="en-US" dirty="0"/>
                  <a:t> reverse saturation current</a:t>
                </a:r>
              </a:p>
              <a:p>
                <a:pPr marL="228600" indent="-228600">
                  <a:buSzPts val="2800"/>
                </a:pPr>
                <a:r>
                  <a:rPr lang="en-US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n</a:t>
                </a:r>
                <a:r>
                  <a:rPr lang="el-GR" dirty="0">
                    <a:latin typeface="Cambria Math"/>
                    <a:ea typeface="Cambria Math"/>
                    <a:cs typeface="Cambria Math"/>
                    <a:sym typeface="Cambria Math"/>
                  </a:rPr>
                  <a:t>(</a:t>
                </a:r>
                <a:r>
                  <a:rPr lang="en-US" b="1" dirty="0">
                    <a:solidFill>
                      <a:srgbClr val="FF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sometime represented by “</a:t>
                </a:r>
                <a:r>
                  <a:rPr lang="el-GR" dirty="0">
                    <a:latin typeface="Cambria Math"/>
                    <a:ea typeface="Cambria Math"/>
                    <a:cs typeface="Cambria Math"/>
                    <a:sym typeface="Cambria Math"/>
                  </a:rPr>
                  <a:t>η</a:t>
                </a:r>
                <a:r>
                  <a:rPr lang="en-US" b="1" dirty="0">
                    <a:solidFill>
                      <a:srgbClr val="FF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”), </a:t>
                </a:r>
                <a:r>
                  <a:rPr lang="en-US" b="1" dirty="0">
                    <a:solidFill>
                      <a:schemeClr val="tx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is </a:t>
                </a:r>
                <a:r>
                  <a:rPr lang="en-IN" b="1" dirty="0">
                    <a:solidFill>
                      <a:schemeClr val="tx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t</a:t>
                </a:r>
                <a:r>
                  <a:rPr lang="en-IN" b="1" dirty="0">
                    <a:solidFill>
                      <a:schemeClr val="tx1"/>
                    </a:solidFill>
                  </a:rPr>
                  <a:t>he </a:t>
                </a:r>
                <a:r>
                  <a:rPr lang="en-IN" b="1" dirty="0" err="1">
                    <a:solidFill>
                      <a:schemeClr val="tx1"/>
                    </a:solidFill>
                  </a:rPr>
                  <a:t>ideality</a:t>
                </a:r>
                <a:r>
                  <a:rPr lang="en-IN" b="1" dirty="0">
                    <a:solidFill>
                      <a:schemeClr val="tx1"/>
                    </a:solidFill>
                  </a:rPr>
                  <a:t> factor, </a:t>
                </a:r>
                <a:r>
                  <a:rPr lang="en-IN" b="1" i="1" dirty="0">
                    <a:solidFill>
                      <a:schemeClr val="tx1"/>
                    </a:solidFill>
                  </a:rPr>
                  <a:t>n =</a:t>
                </a:r>
                <a:r>
                  <a:rPr lang="el-GR" b="1" dirty="0">
                    <a:solidFill>
                      <a:schemeClr val="tx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 η</a:t>
                </a:r>
                <a:r>
                  <a:rPr lang="en-IN" b="1" dirty="0">
                    <a:solidFill>
                      <a:schemeClr val="tx1"/>
                    </a:solidFill>
                  </a:rPr>
                  <a:t>, is 1 </a:t>
                </a:r>
                <a:r>
                  <a:rPr lang="en-IN" dirty="0">
                    <a:solidFill>
                      <a:schemeClr val="tx1"/>
                    </a:solidFill>
                  </a:rPr>
                  <a:t>for ideal diodes and, typically, a value between 1 and 2 for non-ideal diodes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28600" lvl="0" indent="-228600">
                  <a:buSzPts val="2800"/>
                </a:pPr>
                <a:r>
                  <a:rPr lang="en-US" b="1" i="1" dirty="0"/>
                  <a:t>T</a:t>
                </a:r>
                <a:r>
                  <a:rPr lang="en-US" i="1" dirty="0"/>
                  <a:t> is temp. </a:t>
                </a:r>
                <a:r>
                  <a:rPr lang="en-US" dirty="0"/>
                  <a:t> In Kelvin</a:t>
                </a:r>
              </a:p>
              <a:p>
                <a:pPr marL="228600" lvl="0" indent="-228600">
                  <a:buSzPts val="2800"/>
                </a:pPr>
                <a:r>
                  <a:rPr lang="en-IN" b="1" dirty="0"/>
                  <a:t>k</a:t>
                </a:r>
                <a:r>
                  <a:rPr lang="en-IN" dirty="0"/>
                  <a:t> = Boltzmann’s constant = 1.38 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−23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*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1" i="0">
                            <a:solidFill>
                              <a:srgbClr val="FF0000"/>
                            </a:solidFill>
                          </a:rPr>
                          <m:t>T</m:t>
                        </m:r>
                      </m:sub>
                    </m:sSub>
                  </m:oMath>
                </a14:m>
                <a:r>
                  <a:rPr lang="ar-AE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is the thermal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m:rPr>
                            <m:nor/>
                          </m:rPr>
                          <a:rPr lang="en-IN" b="1" i="0">
                            <a:solidFill>
                              <a:srgbClr val="FF0000"/>
                            </a:solidFill>
                          </a:rPr>
                          <m:t>T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𝒌𝑻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, about 26 mV at normal temperatures)</a:t>
                </a:r>
                <a:br>
                  <a:rPr lang="en-US" b="1" dirty="0">
                    <a:solidFill>
                      <a:srgbClr val="FF0000"/>
                    </a:solidFill>
                  </a:rPr>
                </a:br>
                <a:r>
                  <a:rPr lang="en-US" b="1" dirty="0">
                    <a:solidFill>
                      <a:srgbClr val="FF0000"/>
                    </a:solidFill>
                  </a:rPr>
                  <a:t>q= Charge of an electron =</a:t>
                </a:r>
                <a:r>
                  <a:rPr lang="en-IN" dirty="0"/>
                  <a:t> 1.6</a:t>
                </a:r>
                <a:r>
                  <a:rPr lang="en-US" dirty="0"/>
                  <a:t> </a:t>
                </a:r>
                <a:r>
                  <a:rPr lang="en-IN" dirty="0"/>
                  <a:t>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C</a:t>
                </a:r>
              </a:p>
              <a:p>
                <a:pPr marL="228600" lvl="0" indent="-508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59" name="Google Shape;359;p5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58627"/>
                <a:ext cx="10515600" cy="4909472"/>
              </a:xfrm>
              <a:prstGeom prst="rect">
                <a:avLst/>
              </a:prstGeom>
              <a:blipFill>
                <a:blip r:embed="rId3"/>
                <a:stretch>
                  <a:fillRect l="-1101" t="-2481" r="-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8B523D-F74F-3B4E-0CB7-EFB66B5C53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736"/>
          <a:stretch>
            <a:fillRect/>
          </a:stretch>
        </p:blipFill>
        <p:spPr>
          <a:xfrm>
            <a:off x="6407039" y="713073"/>
            <a:ext cx="4709897" cy="17048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A79D209-8A3D-9DCB-0065-7CD44B6693AE}"/>
                  </a:ext>
                </a:extLst>
              </p14:cNvPr>
              <p14:cNvContentPartPr/>
              <p14:nvPr/>
            </p14:nvContentPartPr>
            <p14:xfrm>
              <a:off x="6135050" y="506326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A79D209-8A3D-9DCB-0065-7CD44B6693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8930" y="505714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4CCF2A3-1FA2-01C1-5775-78F239C670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52" r="-23815" b="25444"/>
          <a:stretch>
            <a:fillRect/>
          </a:stretch>
        </p:blipFill>
        <p:spPr>
          <a:xfrm>
            <a:off x="911194" y="846137"/>
            <a:ext cx="5477962" cy="12249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2A16C8A-978E-39A3-A25B-397DE8D1D29C}"/>
                  </a:ext>
                </a:extLst>
              </p14:cNvPr>
              <p14:cNvContentPartPr/>
              <p14:nvPr/>
            </p14:nvContentPartPr>
            <p14:xfrm>
              <a:off x="1191890" y="1749828"/>
              <a:ext cx="10461960" cy="3374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2A16C8A-978E-39A3-A25B-397DE8D1D2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5770" y="1743708"/>
                <a:ext cx="10474200" cy="33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5F5D6A1-16F3-D3B9-6D87-3BDAFD0A01BE}"/>
                  </a:ext>
                </a:extLst>
              </p14:cNvPr>
              <p14:cNvContentPartPr/>
              <p14:nvPr/>
            </p14:nvContentPartPr>
            <p14:xfrm>
              <a:off x="5535290" y="598774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5F5D6A1-16F3-D3B9-6D87-3BDAFD0A01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29170" y="59816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9FC00DBF-27F2-EEE1-4FDD-60C5091A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>
            <a:extLst>
              <a:ext uri="{FF2B5EF4-FFF2-40B4-BE49-F238E27FC236}">
                <a16:creationId xmlns:a16="http://schemas.microsoft.com/office/drawing/2014/main" id="{67B11FBE-15A9-0EE4-DCB2-5C5E61576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Reverse biased p-n junction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69519C-7CF2-877C-2A8A-99B77FAEE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635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FECFAC-24D4-F2F4-927A-5A0752954B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13" t="15598" r="7441" b="7044"/>
          <a:stretch/>
        </p:blipFill>
        <p:spPr>
          <a:xfrm>
            <a:off x="1906438" y="390046"/>
            <a:ext cx="8595484" cy="62264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3B26FF-7BF1-0DC7-A4A2-887200124880}"/>
                  </a:ext>
                </a:extLst>
              </p14:cNvPr>
              <p14:cNvContentPartPr/>
              <p14:nvPr/>
            </p14:nvContentPartPr>
            <p14:xfrm>
              <a:off x="8131250" y="4212948"/>
              <a:ext cx="2048400" cy="569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3B26FF-7BF1-0DC7-A4A2-8872001248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25130" y="4206828"/>
                <a:ext cx="206064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3AB943-AD4B-3982-1BDB-EB8F31452DF8}"/>
                  </a:ext>
                </a:extLst>
              </p14:cNvPr>
              <p14:cNvContentPartPr/>
              <p14:nvPr/>
            </p14:nvContentPartPr>
            <p14:xfrm>
              <a:off x="8298290" y="5342988"/>
              <a:ext cx="2253960" cy="53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3AB943-AD4B-3982-1BDB-EB8F31452D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92170" y="5336868"/>
                <a:ext cx="2266200" cy="55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6D89A22-18DF-B421-DA0C-F9B51646D5CC}"/>
              </a:ext>
            </a:extLst>
          </p:cNvPr>
          <p:cNvGrpSpPr/>
          <p:nvPr/>
        </p:nvGrpSpPr>
        <p:grpSpPr>
          <a:xfrm>
            <a:off x="10461170" y="4060668"/>
            <a:ext cx="1261800" cy="875520"/>
            <a:chOff x="10461170" y="4060668"/>
            <a:chExt cx="1261800" cy="87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DEDC357-932F-7660-BBA7-20570ABFA00F}"/>
                    </a:ext>
                  </a:extLst>
                </p14:cNvPr>
                <p14:cNvContentPartPr/>
                <p14:nvPr/>
              </p14:nvContentPartPr>
              <p14:xfrm>
                <a:off x="10461170" y="4060668"/>
                <a:ext cx="471600" cy="433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DEDC357-932F-7660-BBA7-20570ABFA0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55050" y="4054548"/>
                  <a:ext cx="4838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79B71AB-1008-F2E5-46DE-EDDC9A640CFD}"/>
                    </a:ext>
                  </a:extLst>
                </p14:cNvPr>
                <p14:cNvContentPartPr/>
                <p14:nvPr/>
              </p14:nvContentPartPr>
              <p14:xfrm>
                <a:off x="10992170" y="4227708"/>
                <a:ext cx="411840" cy="27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79B71AB-1008-F2E5-46DE-EDDC9A640C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86050" y="4221588"/>
                  <a:ext cx="4240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CE818B-112D-DBBB-B746-9E2A068DEB43}"/>
                    </a:ext>
                  </a:extLst>
                </p14:cNvPr>
                <p14:cNvContentPartPr/>
                <p14:nvPr/>
              </p14:nvContentPartPr>
              <p14:xfrm>
                <a:off x="11451890" y="4265148"/>
                <a:ext cx="271080" cy="671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CE818B-112D-DBBB-B746-9E2A068DEB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445770" y="4259028"/>
                  <a:ext cx="283320" cy="68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82718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896A-8171-B03A-FEEE-6E3B43FE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Using diode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733AD-583A-CD82-52A6-0C13412F38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93" t="17107" r="9407" b="11068"/>
          <a:stretch/>
        </p:blipFill>
        <p:spPr>
          <a:xfrm>
            <a:off x="100642" y="2141665"/>
            <a:ext cx="6278150" cy="4509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45061F-A68B-23E5-AD35-E1DBA0F671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61" t="16541" r="9910" b="9497"/>
          <a:stretch/>
        </p:blipFill>
        <p:spPr>
          <a:xfrm>
            <a:off x="5978106" y="2135521"/>
            <a:ext cx="6113252" cy="452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58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896A-8171-B03A-FEEE-6E3B43FE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diode model (contd..)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8287D-E958-84B0-84A1-5416A607C0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83" t="17988" r="7521" b="9600"/>
          <a:stretch/>
        </p:blipFill>
        <p:spPr>
          <a:xfrm>
            <a:off x="2654060" y="1526875"/>
            <a:ext cx="7384211" cy="49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72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7" y="871871"/>
            <a:ext cx="11972925" cy="482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5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2019" y="976355"/>
            <a:ext cx="11989981" cy="495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7A20-F05D-F0F6-0F52-789DA478E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2510" y="138983"/>
            <a:ext cx="10515600" cy="14615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Diode as Half wave rectifier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6E6A6-79A6-98AF-303D-4506073DC9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00" t="33585" r="15382" b="11824"/>
          <a:stretch/>
        </p:blipFill>
        <p:spPr>
          <a:xfrm>
            <a:off x="1473797" y="525468"/>
            <a:ext cx="8749293" cy="53481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3DB00BF-45DF-03FC-DA5B-1E7A841E29F5}"/>
                  </a:ext>
                </a:extLst>
              </p14:cNvPr>
              <p14:cNvContentPartPr/>
              <p14:nvPr/>
            </p14:nvContentPartPr>
            <p14:xfrm>
              <a:off x="8219450" y="3499428"/>
              <a:ext cx="2542680" cy="384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3DB00BF-45DF-03FC-DA5B-1E7A841E29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3330" y="3493308"/>
                <a:ext cx="2554920" cy="39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79CF74F-3055-ABB1-FAC2-09427CC44582}"/>
              </a:ext>
            </a:extLst>
          </p:cNvPr>
          <p:cNvGrpSpPr/>
          <p:nvPr/>
        </p:nvGrpSpPr>
        <p:grpSpPr>
          <a:xfrm>
            <a:off x="10884170" y="2861148"/>
            <a:ext cx="826200" cy="434880"/>
            <a:chOff x="10884170" y="2861148"/>
            <a:chExt cx="826200" cy="43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A185CDD-EB7C-839B-210B-E5A6F1B30B83}"/>
                    </a:ext>
                  </a:extLst>
                </p14:cNvPr>
                <p14:cNvContentPartPr/>
                <p14:nvPr/>
              </p14:nvContentPartPr>
              <p14:xfrm>
                <a:off x="10884170" y="2987148"/>
                <a:ext cx="209160" cy="308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A185CDD-EB7C-839B-210B-E5A6F1B30B8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78050" y="2981028"/>
                  <a:ext cx="2214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7BB91B-D655-088C-101B-1275CE981456}"/>
                    </a:ext>
                  </a:extLst>
                </p14:cNvPr>
                <p14:cNvContentPartPr/>
                <p14:nvPr/>
              </p14:nvContentPartPr>
              <p14:xfrm>
                <a:off x="11148050" y="2920548"/>
                <a:ext cx="334080" cy="340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7BB91B-D655-088C-101B-1275CE9814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141930" y="2914428"/>
                  <a:ext cx="3463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BFD4D7-0071-74AC-7A38-0F55AF7C0115}"/>
                    </a:ext>
                  </a:extLst>
                </p14:cNvPr>
                <p14:cNvContentPartPr/>
                <p14:nvPr/>
              </p14:nvContentPartPr>
              <p14:xfrm>
                <a:off x="11466650" y="2861148"/>
                <a:ext cx="243720" cy="338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BFD4D7-0071-74AC-7A38-0F55AF7C011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460530" y="2855028"/>
                  <a:ext cx="255960" cy="35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8336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91D8-C3AF-F062-07CD-87FC90924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2" y="0"/>
            <a:ext cx="10515600" cy="4607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HW rectifier : Output waveform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74C45-DC13-9D5C-93A1-6CD4374FA9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28" t="16046" r="15147" b="13992"/>
          <a:stretch/>
        </p:blipFill>
        <p:spPr>
          <a:xfrm>
            <a:off x="2421982" y="525497"/>
            <a:ext cx="6901132" cy="52310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8B54A7-B8A0-7B65-78A3-511FE8D8A7C3}"/>
              </a:ext>
            </a:extLst>
          </p:cNvPr>
          <p:cNvSpPr txBox="1"/>
          <p:nvPr/>
        </p:nvSpPr>
        <p:spPr>
          <a:xfrm>
            <a:off x="63909" y="5402726"/>
            <a:ext cx="121280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When Reverse </a:t>
            </a:r>
            <a:r>
              <a:rPr lang="en-IN" sz="1800" b="1" dirty="0" err="1">
                <a:solidFill>
                  <a:schemeClr val="tx1"/>
                </a:solidFill>
              </a:rPr>
              <a:t>baised</a:t>
            </a:r>
            <a:r>
              <a:rPr lang="en-IN" sz="1800" b="1" dirty="0">
                <a:solidFill>
                  <a:schemeClr val="tx1"/>
                </a:solidFill>
              </a:rPr>
              <a:t> , the maximum voltage across diode known as Peak Inverse Voltage (PIV) </a:t>
            </a:r>
          </a:p>
          <a:p>
            <a:r>
              <a:rPr lang="en-IN" sz="2400" b="1" dirty="0">
                <a:solidFill>
                  <a:srgbClr val="FF0000"/>
                </a:solidFill>
              </a:rPr>
              <a:t>PIV Half wave rectifier = Vs (i.e. Max voltage across secondary of transformer or Maximum of input voltage if transformer is not present )</a:t>
            </a:r>
          </a:p>
        </p:txBody>
      </p:sp>
    </p:spTree>
    <p:extLst>
      <p:ext uri="{BB962C8B-B14F-4D97-AF65-F5344CB8AC3E}">
        <p14:creationId xmlns:p14="http://schemas.microsoft.com/office/powerpoint/2010/main" val="14927912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911E-DF4B-B3BE-AFED-4749E2E22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D49C-EB86-B9FB-F2E3-FB980632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0767" y="-22481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HW rectifier : Output waveform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D3D19A-3F8F-8F02-C6E4-75CB62C84153}"/>
              </a:ext>
            </a:extLst>
          </p:cNvPr>
          <p:cNvSpPr txBox="1"/>
          <p:nvPr/>
        </p:nvSpPr>
        <p:spPr>
          <a:xfrm>
            <a:off x="255638" y="839141"/>
            <a:ext cx="109629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 half-wave rectifier is used to supply 50V </a:t>
            </a:r>
            <a:r>
              <a:rPr lang="en-US" sz="1600" b="1" dirty="0" err="1"/>
              <a:t>d.c.</a:t>
            </a:r>
            <a:r>
              <a:rPr lang="en-US" sz="1600" b="1" dirty="0"/>
              <a:t> to a resistive load of 800 Ω. The diode has a resistance of 25 Ω. Calculate </a:t>
            </a:r>
            <a:r>
              <a:rPr lang="en-US" sz="1600" b="1" dirty="0" err="1"/>
              <a:t>a.c.</a:t>
            </a:r>
            <a:r>
              <a:rPr lang="en-US" sz="1600" b="1" dirty="0"/>
              <a:t> voltage required.</a:t>
            </a:r>
          </a:p>
          <a:p>
            <a:endParaRPr lang="en-US" sz="1600" b="1" dirty="0"/>
          </a:p>
          <a:p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EED9C8-28B5-1522-A2FC-F96B8604F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52" y="1584960"/>
            <a:ext cx="11079828" cy="5120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265177-2FF4-445E-A3E5-21B0F7D5B500}"/>
              </a:ext>
            </a:extLst>
          </p:cNvPr>
          <p:cNvSpPr txBox="1"/>
          <p:nvPr/>
        </p:nvSpPr>
        <p:spPr>
          <a:xfrm>
            <a:off x="7747818" y="3126040"/>
            <a:ext cx="398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  </a:t>
            </a:r>
            <a:r>
              <a:rPr lang="en-IN" sz="1800" b="1" dirty="0" err="1"/>
              <a:t>I</a:t>
            </a:r>
            <a:r>
              <a:rPr lang="en-IN" sz="1800" b="1" baseline="-25000" dirty="0" err="1"/>
              <a:t>m</a:t>
            </a:r>
            <a:r>
              <a:rPr lang="en-IN" sz="1800" b="1" dirty="0"/>
              <a:t> = Peak value of load current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612B19-3C51-1920-2237-31DB2B5310FD}"/>
                  </a:ext>
                </a:extLst>
              </p:cNvPr>
              <p:cNvSpPr txBox="1"/>
              <p:nvPr/>
            </p:nvSpPr>
            <p:spPr>
              <a:xfrm>
                <a:off x="8362333" y="5273040"/>
                <a:ext cx="27530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/>
                  <a:t>Vdc = </a:t>
                </a:r>
                <a:r>
                  <a:rPr lang="en-IN" sz="2400" b="1" dirty="0" err="1"/>
                  <a:t>Vm</a:t>
                </a:r>
                <a:r>
                  <a:rPr lang="en-IN" sz="2400" b="1" dirty="0"/>
                  <a:t>/</a:t>
                </a:r>
                <a14:m>
                  <m:oMath xmlns:m="http://schemas.openxmlformats.org/officeDocument/2006/math">
                    <m:r>
                      <a:rPr lang="az-Cyrl-AZ" sz="2400" b="1" i="1" smtClean="0">
                        <a:latin typeface="Cambria Math" panose="02040503050406030204" pitchFamily="18" charset="0"/>
                      </a:rPr>
                      <m:t>П</m:t>
                    </m:r>
                  </m:oMath>
                </a14:m>
                <a:endParaRPr lang="en-IN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612B19-3C51-1920-2237-31DB2B531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333" y="5273040"/>
                <a:ext cx="2753033" cy="461665"/>
              </a:xfrm>
              <a:prstGeom prst="rect">
                <a:avLst/>
              </a:prstGeom>
              <a:blipFill>
                <a:blip r:embed="rId3"/>
                <a:stretch>
                  <a:fillRect l="-3548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8054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0772-DF9F-CB90-F582-263F9159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Capacitors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E1A85-EA72-C40E-0AF9-0C98A91C48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652" t="34969" r="21750" b="19874"/>
          <a:stretch/>
        </p:blipFill>
        <p:spPr>
          <a:xfrm>
            <a:off x="19177" y="2044461"/>
            <a:ext cx="6522431" cy="4037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3D7DD0-0153-DFF5-D37E-435811FD9F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523" t="22767" r="21188" b="25409"/>
          <a:stretch/>
        </p:blipFill>
        <p:spPr>
          <a:xfrm>
            <a:off x="6643778" y="2122098"/>
            <a:ext cx="5003320" cy="35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758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3452-3D6E-FE47-BC21-C90A33310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37" y="2015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Capacitance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94CA6F-B458-EE9C-8737-037A69D1D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416" t="47924" r="18449" b="6541"/>
          <a:stretch/>
        </p:blipFill>
        <p:spPr>
          <a:xfrm>
            <a:off x="1764389" y="1345721"/>
            <a:ext cx="8742586" cy="506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799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CA10-CB13-11F4-A7A9-38D1395A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Ripple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B3C446-B1D3-56F1-7AFC-94B8498A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5" t="34718" r="15147" b="16854"/>
          <a:stretch/>
        </p:blipFill>
        <p:spPr>
          <a:xfrm>
            <a:off x="1739661" y="1887993"/>
            <a:ext cx="8712678" cy="47783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45F737-AB00-0CC2-1E68-F9B55804F284}"/>
                  </a:ext>
                </a:extLst>
              </p14:cNvPr>
              <p14:cNvContentPartPr/>
              <p14:nvPr/>
            </p14:nvContentPartPr>
            <p14:xfrm>
              <a:off x="6742440" y="825120"/>
              <a:ext cx="3819240" cy="189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45F737-AB00-0CC2-1E68-F9B55804F2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3080" y="815760"/>
                <a:ext cx="3837960" cy="191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8937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2AF3-AB76-AE35-A83E-FC87F855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8" y="81387"/>
            <a:ext cx="10515600" cy="4167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Ripple factor (cont.)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9917A-1F68-F796-8B34-53FB41F456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72" t="23019" r="17034" b="9931"/>
          <a:stretch/>
        </p:blipFill>
        <p:spPr>
          <a:xfrm>
            <a:off x="317029" y="653384"/>
            <a:ext cx="6467728" cy="5047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3FA95A-CD14-3D35-C64D-52B8D2A3D2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16" t="16856" r="21042" b="14968"/>
          <a:stretch/>
        </p:blipFill>
        <p:spPr>
          <a:xfrm>
            <a:off x="6526593" y="1156832"/>
            <a:ext cx="5348378" cy="46755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905475-FE16-0573-D929-9F8D2C966009}"/>
                  </a:ext>
                </a:extLst>
              </p14:cNvPr>
              <p14:cNvContentPartPr/>
              <p14:nvPr/>
            </p14:nvContentPartPr>
            <p14:xfrm>
              <a:off x="6909920" y="12303"/>
              <a:ext cx="3719520" cy="1481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905475-FE16-0573-D929-9F8D2C9660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00560" y="2943"/>
                <a:ext cx="3738240" cy="15001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D2A5174-7CDE-62D2-88A1-68ECFDC7B247}"/>
              </a:ext>
            </a:extLst>
          </p:cNvPr>
          <p:cNvSpPr txBox="1"/>
          <p:nvPr/>
        </p:nvSpPr>
        <p:spPr>
          <a:xfrm>
            <a:off x="305430" y="5701168"/>
            <a:ext cx="6096000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Aft>
                <a:spcPts val="750"/>
              </a:spcAft>
              <a:buNone/>
            </a:pPr>
            <a:r>
              <a:rPr lang="en-IN" sz="1400" b="0" i="0" dirty="0">
                <a:solidFill>
                  <a:srgbClr val="000000"/>
                </a:solidFill>
                <a:effectLst/>
                <a:latin typeface="Arial"/>
              </a:rPr>
              <a:t>Ripple factor can be quantified using the following formula: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CDECD4-2462-EFEB-6440-2F0378174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197" y="5512517"/>
            <a:ext cx="6594774" cy="1233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872314-1B3E-885F-0A45-426F29F17E17}"/>
              </a:ext>
            </a:extLst>
          </p:cNvPr>
          <p:cNvSpPr txBox="1"/>
          <p:nvPr/>
        </p:nvSpPr>
        <p:spPr>
          <a:xfrm>
            <a:off x="959655" y="6344362"/>
            <a:ext cx="442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Vrms</a:t>
            </a:r>
            <a:r>
              <a:rPr lang="en-IN" b="1" dirty="0"/>
              <a:t> = RMS of Input and Vdc= Output Dc voltage </a:t>
            </a:r>
          </a:p>
        </p:txBody>
      </p:sp>
    </p:spTree>
    <p:extLst>
      <p:ext uri="{BB962C8B-B14F-4D97-AF65-F5344CB8AC3E}">
        <p14:creationId xmlns:p14="http://schemas.microsoft.com/office/powerpoint/2010/main" val="2029244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3B2B-7024-5068-F683-2C7D7C04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1E341-0EBE-4E25-363C-244C02FDF3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21" t="28931" r="16012" b="16855"/>
          <a:stretch/>
        </p:blipFill>
        <p:spPr>
          <a:xfrm>
            <a:off x="2293027" y="1802921"/>
            <a:ext cx="8245288" cy="505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315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6249-D381-3C57-9A0D-75CB1A01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Full wave rectifier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AFE5F-0CA7-6B56-A784-A7423EAEDB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78" t="33062" r="15244" b="13605"/>
          <a:stretch/>
        </p:blipFill>
        <p:spPr>
          <a:xfrm>
            <a:off x="0" y="1989180"/>
            <a:ext cx="6671902" cy="4052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774999-5CC1-A645-09B9-5373EE1C13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65" t="17293" r="16483" b="16089"/>
          <a:stretch/>
        </p:blipFill>
        <p:spPr>
          <a:xfrm>
            <a:off x="6282906" y="1794294"/>
            <a:ext cx="5909094" cy="45858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5BF0ED-7441-9595-767A-0D6728049119}"/>
                  </a:ext>
                </a:extLst>
              </p14:cNvPr>
              <p14:cNvContentPartPr/>
              <p14:nvPr/>
            </p14:nvContentPartPr>
            <p14:xfrm>
              <a:off x="2675160" y="4363200"/>
              <a:ext cx="1283040" cy="1163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5BF0ED-7441-9595-767A-0D67280491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65800" y="4353840"/>
                <a:ext cx="1301760" cy="11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0519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6249-D381-3C57-9A0D-75CB1A01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38" y="0"/>
            <a:ext cx="10515600" cy="763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Full wave rectifier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55F731-A85A-1256-DCBF-B435340C31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376" t="25993" r="16063"/>
          <a:stretch/>
        </p:blipFill>
        <p:spPr>
          <a:xfrm>
            <a:off x="908538" y="864760"/>
            <a:ext cx="4417088" cy="3358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CF98BD-347C-9F72-5DCB-60CA69FD6D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55" t="15816" r="17180" b="2802"/>
          <a:stretch/>
        </p:blipFill>
        <p:spPr>
          <a:xfrm>
            <a:off x="6866375" y="715943"/>
            <a:ext cx="4247101" cy="3482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C644D3-557F-E4FA-B02C-C648E4A469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216" b="23037"/>
          <a:stretch/>
        </p:blipFill>
        <p:spPr>
          <a:xfrm>
            <a:off x="537011" y="4673088"/>
            <a:ext cx="4124325" cy="8455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1265D9-7C63-3315-8638-95EF7B5A8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011" y="5619750"/>
            <a:ext cx="3962400" cy="12382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950051-6BF1-C0A0-871B-46D6D497D0B5}"/>
              </a:ext>
            </a:extLst>
          </p:cNvPr>
          <p:cNvSpPr txBox="1"/>
          <p:nvPr/>
        </p:nvSpPr>
        <p:spPr>
          <a:xfrm>
            <a:off x="537011" y="825240"/>
            <a:ext cx="4286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Average/Mean value of Rectified Output voltage 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DFFAA-657E-C47A-1A3B-378624BDC34C}"/>
              </a:ext>
            </a:extLst>
          </p:cNvPr>
          <p:cNvSpPr txBox="1"/>
          <p:nvPr/>
        </p:nvSpPr>
        <p:spPr>
          <a:xfrm>
            <a:off x="6364511" y="748993"/>
            <a:ext cx="3472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RMS value of Rectified Output voltage 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FF72E2-CE27-79A1-05AE-F4EF3217E3EC}"/>
              </a:ext>
            </a:extLst>
          </p:cNvPr>
          <p:cNvSpPr txBox="1"/>
          <p:nvPr/>
        </p:nvSpPr>
        <p:spPr>
          <a:xfrm>
            <a:off x="2518211" y="5518664"/>
            <a:ext cx="3215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rf is the forward resistance of diode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5DA92A-E5B5-6719-A2FB-C944E9278E9E}"/>
              </a:ext>
            </a:extLst>
          </p:cNvPr>
          <p:cNvSpPr txBox="1"/>
          <p:nvPr/>
        </p:nvSpPr>
        <p:spPr>
          <a:xfrm>
            <a:off x="6678229" y="4214670"/>
            <a:ext cx="4286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Average/Mean value of Rectified Output voltage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802467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56E2-4C08-E3A7-A8FE-1F163DBE0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89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Full wave rectifier: Ripple factor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383C5-2A19-9914-DB93-988B3F4B41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58" t="26620" r="16483" b="9931"/>
          <a:stretch/>
        </p:blipFill>
        <p:spPr>
          <a:xfrm>
            <a:off x="0" y="1128460"/>
            <a:ext cx="7708999" cy="58387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95955D-60D2-CC5F-3681-A3A885BAF4F4}"/>
                  </a:ext>
                </a:extLst>
              </p14:cNvPr>
              <p14:cNvContentPartPr/>
              <p14:nvPr/>
            </p14:nvContentPartPr>
            <p14:xfrm>
              <a:off x="4455360" y="4254120"/>
              <a:ext cx="2367000" cy="89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95955D-60D2-CC5F-3681-A3A885BAF4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6000" y="4244760"/>
                <a:ext cx="2385720" cy="91368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FFD87A8-6494-2537-2D9E-2542867C29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656" t="20266" r="1299" b="6456"/>
          <a:stretch/>
        </p:blipFill>
        <p:spPr>
          <a:xfrm>
            <a:off x="7395586" y="1378454"/>
            <a:ext cx="4629162" cy="263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12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08A4-642E-7673-F104-2875106A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Bridge Rectifier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153DF6-5761-4985-9EE6-63E94A47E7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08" t="30027" r="22358" b="19675"/>
          <a:stretch/>
        </p:blipFill>
        <p:spPr>
          <a:xfrm>
            <a:off x="0" y="1434790"/>
            <a:ext cx="6715045" cy="5058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4700AE-60C5-1348-E065-760F142797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69" t="33062" r="26084" b="16856"/>
          <a:stretch/>
        </p:blipFill>
        <p:spPr>
          <a:xfrm>
            <a:off x="6063199" y="1642327"/>
            <a:ext cx="5942447" cy="48505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B10D5A-BEE5-78EC-3579-DFDCD2AAEF2B}"/>
                  </a:ext>
                </a:extLst>
              </p14:cNvPr>
              <p14:cNvContentPartPr/>
              <p14:nvPr/>
            </p14:nvContentPartPr>
            <p14:xfrm>
              <a:off x="1442160" y="248400"/>
              <a:ext cx="9964800" cy="6182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B10D5A-BEE5-78EC-3579-DFDCD2AAEF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2800" y="239040"/>
                <a:ext cx="9983520" cy="620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85774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C129-C387-22E5-803B-B26E606E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Ripple factor: Bridge Rectifier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26617-B43D-A31D-9D0E-883E49D7E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67" t="19621" r="16600" b="12196"/>
          <a:stretch/>
        </p:blipFill>
        <p:spPr>
          <a:xfrm>
            <a:off x="2549912" y="1757322"/>
            <a:ext cx="5939884" cy="467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086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7853-5586-5AA7-AF8B-E4BE207E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Peak Inverse Voltage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C2439-2ACD-7D2A-546B-2FCBEF07A2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68" t="25474" r="21545" b="13604"/>
          <a:stretch/>
        </p:blipFill>
        <p:spPr>
          <a:xfrm>
            <a:off x="446048" y="2006406"/>
            <a:ext cx="5397191" cy="41779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0D820-E195-C3C2-083C-2B17C717E9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246" t="18239" r="22852" b="29685"/>
          <a:stretch/>
        </p:blipFill>
        <p:spPr>
          <a:xfrm>
            <a:off x="6124545" y="1785668"/>
            <a:ext cx="5552675" cy="43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628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E677-A1E7-98DF-8ED6-BE39CE19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Bridge rectifier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A0424-4F15-B2F8-437B-A58359ABE2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22" t="22709" r="16877" b="12046"/>
          <a:stretch/>
        </p:blipFill>
        <p:spPr>
          <a:xfrm>
            <a:off x="2277374" y="1427619"/>
            <a:ext cx="6702724" cy="524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703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BE32-BB38-E6FB-6D05-73B45579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Comparison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F9AD6B-44AF-E308-EE9F-3B0144318951}"/>
              </a:ext>
            </a:extLst>
          </p:cNvPr>
          <p:cNvGrpSpPr/>
          <p:nvPr/>
        </p:nvGrpSpPr>
        <p:grpSpPr>
          <a:xfrm>
            <a:off x="1295154" y="2467154"/>
            <a:ext cx="9387714" cy="3413256"/>
            <a:chOff x="1295154" y="2467154"/>
            <a:chExt cx="5210355" cy="22514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D45FE5-88CC-2C41-DC9C-35F379DF5A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048" t="41298" r="19469" b="32664"/>
            <a:stretch/>
          </p:blipFill>
          <p:spPr>
            <a:xfrm>
              <a:off x="1295154" y="2467154"/>
              <a:ext cx="5210355" cy="178566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E7901B8-84C1-EB76-01BB-227E2D8247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238" t="74163" r="20143" b="17284"/>
            <a:stretch/>
          </p:blipFill>
          <p:spPr>
            <a:xfrm>
              <a:off x="1312862" y="4132053"/>
              <a:ext cx="5115465" cy="586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875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1440</Words>
  <Application>Microsoft Office PowerPoint</Application>
  <PresentationFormat>Widescreen</PresentationFormat>
  <Paragraphs>178</Paragraphs>
  <Slides>59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Cambria Math</vt:lpstr>
      <vt:lpstr>Georgia</vt:lpstr>
      <vt:lpstr>Calibri</vt:lpstr>
      <vt:lpstr>Times New Roman</vt:lpstr>
      <vt:lpstr>Office Theme</vt:lpstr>
      <vt:lpstr> Unit3: Semiconductor, Diode, PN junctions, Diode equation and models.  Unit4: BJT and MOSFET-construction and biasing, small signal model- BJT/MOSFET as a switch. Amplifiers-Transconductance Model, Magnitude and Phase response. MOSFET as invertor and switch. Operational amplifier and its applications.   Unit 5: Communication Systems: Various frequency bands used for communication, Block diagram of Digital communication, need of modulation, Digital modulation techniques (ASK, FSK, PSK).   </vt:lpstr>
      <vt:lpstr>Electronics components</vt:lpstr>
      <vt:lpstr>Classification of  electronic components</vt:lpstr>
      <vt:lpstr>PowerPoint Presentation</vt:lpstr>
      <vt:lpstr>Some More Semiconductors</vt:lpstr>
      <vt:lpstr>Intrinsic Semiconductors</vt:lpstr>
      <vt:lpstr>Intrinsic Silicon </vt:lpstr>
      <vt:lpstr>Intrinsic Silicon </vt:lpstr>
      <vt:lpstr>Law of mass action</vt:lpstr>
      <vt:lpstr>Doping</vt:lpstr>
      <vt:lpstr>Doping</vt:lpstr>
      <vt:lpstr>Extrinsic Semiconductors</vt:lpstr>
      <vt:lpstr>N-Type</vt:lpstr>
      <vt:lpstr>N-Type</vt:lpstr>
      <vt:lpstr>N-Type Material</vt:lpstr>
      <vt:lpstr>P-Type Doping</vt:lpstr>
      <vt:lpstr>P-Type Doping</vt:lpstr>
      <vt:lpstr>P type material</vt:lpstr>
      <vt:lpstr>PowerPoint Presentation</vt:lpstr>
      <vt:lpstr>P-N Junction</vt:lpstr>
      <vt:lpstr>P-N Junction</vt:lpstr>
      <vt:lpstr>P-N Junction</vt:lpstr>
      <vt:lpstr>P-N Junction</vt:lpstr>
      <vt:lpstr>P-N Junction</vt:lpstr>
      <vt:lpstr>P-N Junction</vt:lpstr>
      <vt:lpstr>P-N Junction</vt:lpstr>
      <vt:lpstr>P-N Junction</vt:lpstr>
      <vt:lpstr>P-N Junction</vt:lpstr>
      <vt:lpstr>P-N Junction</vt:lpstr>
      <vt:lpstr>P-N Junction</vt:lpstr>
      <vt:lpstr>P-N junction Diode</vt:lpstr>
      <vt:lpstr>Reverse biased p-n junction</vt:lpstr>
      <vt:lpstr>Reverse biased p-n junction</vt:lpstr>
      <vt:lpstr>Reverse biased p-n junction</vt:lpstr>
      <vt:lpstr>Reverse biased p-n junction</vt:lpstr>
      <vt:lpstr>Forward biased p-n junction</vt:lpstr>
      <vt:lpstr>Diode Forward Current</vt:lpstr>
      <vt:lpstr>Reverse biased p-n junction</vt:lpstr>
      <vt:lpstr>PowerPoint Presentation</vt:lpstr>
      <vt:lpstr>Using diode models</vt:lpstr>
      <vt:lpstr>Using diode model (contd..)</vt:lpstr>
      <vt:lpstr>PowerPoint Presentation</vt:lpstr>
      <vt:lpstr>PowerPoint Presentation</vt:lpstr>
      <vt:lpstr>Diode as Half wave rectifier</vt:lpstr>
      <vt:lpstr>HW rectifier : Output waveform</vt:lpstr>
      <vt:lpstr>HW rectifier : Output waveform</vt:lpstr>
      <vt:lpstr>Capacitors</vt:lpstr>
      <vt:lpstr>Capacitance</vt:lpstr>
      <vt:lpstr>Ripple filter</vt:lpstr>
      <vt:lpstr>Ripple factor (cont.)</vt:lpstr>
      <vt:lpstr>Example</vt:lpstr>
      <vt:lpstr>Full wave rectifier</vt:lpstr>
      <vt:lpstr>Full wave rectifier</vt:lpstr>
      <vt:lpstr>Full wave rectifier: Ripple factor</vt:lpstr>
      <vt:lpstr>Bridge Rectifier</vt:lpstr>
      <vt:lpstr>Ripple factor: Bridge Rectifier</vt:lpstr>
      <vt:lpstr>Peak Inverse Voltage</vt:lpstr>
      <vt:lpstr>Bridge rectifier</vt:lpstr>
      <vt:lpstr>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Unit3: Semiconductor, Diode, PN junctions, Diode equation and models.  Unit4: BJT and MOSFET-construction and biasing, small signal model- BJT/MOSFET as a switch. Amplifiers-Transconductance Model, Magnitude and Phase response. MOSFET as invertor and switch. Operational amplifier and its applications.   Unit 5: Communication Systems: Various frequency bands used for communication, Block diagram of Digital communication, need of modulation, Digital modulation techniques (ASK, FSK, PSK).   </dc:title>
  <cp:lastModifiedBy>Gaurav Khanal</cp:lastModifiedBy>
  <cp:revision>23</cp:revision>
  <cp:lastPrinted>2023-08-22T05:12:25Z</cp:lastPrinted>
  <dcterms:modified xsi:type="dcterms:W3CDTF">2026-10-24T06:52:47Z</dcterms:modified>
</cp:coreProperties>
</file>